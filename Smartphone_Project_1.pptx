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7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2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EDE20C-023A-4EEF-ADD1-A2460251DA5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8D34111-7D4D-4ACA-A8DA-10F4B3E21D19}">
      <dgm:prSet/>
      <dgm:spPr/>
      <dgm:t>
        <a:bodyPr/>
        <a:lstStyle/>
        <a:p>
          <a:r>
            <a:rPr lang="en-US"/>
            <a:t>Perform Data </a:t>
          </a:r>
          <a:r>
            <a:rPr lang="en-US" dirty="0"/>
            <a:t>cleaning and perform EDA to understand key price drivers.</a:t>
          </a:r>
        </a:p>
      </dgm:t>
    </dgm:pt>
    <dgm:pt modelId="{15BD2712-D98A-4C81-B738-96B0B70997DF}" type="parTrans" cxnId="{537C1E17-9FC2-4B37-A463-503F6DD1FFA4}">
      <dgm:prSet/>
      <dgm:spPr/>
      <dgm:t>
        <a:bodyPr/>
        <a:lstStyle/>
        <a:p>
          <a:endParaRPr lang="en-US"/>
        </a:p>
      </dgm:t>
    </dgm:pt>
    <dgm:pt modelId="{0CB1C3D8-65D8-4010-A712-29F6CEAE8BCF}" type="sibTrans" cxnId="{537C1E17-9FC2-4B37-A463-503F6DD1FFA4}">
      <dgm:prSet/>
      <dgm:spPr/>
      <dgm:t>
        <a:bodyPr/>
        <a:lstStyle/>
        <a:p>
          <a:endParaRPr lang="en-US"/>
        </a:p>
      </dgm:t>
    </dgm:pt>
    <dgm:pt modelId="{EA0F7D19-1DB4-4711-9D74-D9D356E8C1E9}">
      <dgm:prSet/>
      <dgm:spPr/>
      <dgm:t>
        <a:bodyPr/>
        <a:lstStyle/>
        <a:p>
          <a:r>
            <a:rPr lang="en-US"/>
            <a:t>Build machine learning models to predict smartphone price.</a:t>
          </a:r>
        </a:p>
      </dgm:t>
    </dgm:pt>
    <dgm:pt modelId="{954F9F6E-74FA-4EAB-BF7C-459E6B355EAA}" type="parTrans" cxnId="{7339FFCD-270B-46CE-BA08-C02E48C87A0F}">
      <dgm:prSet/>
      <dgm:spPr/>
      <dgm:t>
        <a:bodyPr/>
        <a:lstStyle/>
        <a:p>
          <a:endParaRPr lang="en-US"/>
        </a:p>
      </dgm:t>
    </dgm:pt>
    <dgm:pt modelId="{DE7493CA-08A1-4CAB-B207-DAAE0D7F6135}" type="sibTrans" cxnId="{7339FFCD-270B-46CE-BA08-C02E48C87A0F}">
      <dgm:prSet/>
      <dgm:spPr/>
      <dgm:t>
        <a:bodyPr/>
        <a:lstStyle/>
        <a:p>
          <a:endParaRPr lang="en-US"/>
        </a:p>
      </dgm:t>
    </dgm:pt>
    <dgm:pt modelId="{9324A86A-FD69-461E-839A-13434D7D98A6}">
      <dgm:prSet/>
      <dgm:spPr/>
      <dgm:t>
        <a:bodyPr/>
        <a:lstStyle/>
        <a:p>
          <a:r>
            <a:rPr lang="en-US"/>
            <a:t>Compare multiple models and evaluate performance.</a:t>
          </a:r>
        </a:p>
      </dgm:t>
    </dgm:pt>
    <dgm:pt modelId="{15DDBD48-B643-4C4D-B4A0-DA9F8DB983F1}" type="parTrans" cxnId="{18E12128-3B3B-4E71-895B-BC41837C04F0}">
      <dgm:prSet/>
      <dgm:spPr/>
      <dgm:t>
        <a:bodyPr/>
        <a:lstStyle/>
        <a:p>
          <a:endParaRPr lang="en-US"/>
        </a:p>
      </dgm:t>
    </dgm:pt>
    <dgm:pt modelId="{DDD26382-3559-47C4-B99D-FF0EEDFD9E60}" type="sibTrans" cxnId="{18E12128-3B3B-4E71-895B-BC41837C04F0}">
      <dgm:prSet/>
      <dgm:spPr/>
      <dgm:t>
        <a:bodyPr/>
        <a:lstStyle/>
        <a:p>
          <a:endParaRPr lang="en-US"/>
        </a:p>
      </dgm:t>
    </dgm:pt>
    <dgm:pt modelId="{19673355-C032-45AD-BFF5-A2969791DC0B}" type="pres">
      <dgm:prSet presAssocID="{F3EDE20C-023A-4EEF-ADD1-A2460251DA52}" presName="root" presStyleCnt="0">
        <dgm:presLayoutVars>
          <dgm:dir/>
          <dgm:resizeHandles val="exact"/>
        </dgm:presLayoutVars>
      </dgm:prSet>
      <dgm:spPr/>
    </dgm:pt>
    <dgm:pt modelId="{4072EB77-1661-4F14-AD5A-C59C81CC0F59}" type="pres">
      <dgm:prSet presAssocID="{68D34111-7D4D-4ACA-A8DA-10F4B3E21D19}" presName="compNode" presStyleCnt="0"/>
      <dgm:spPr/>
    </dgm:pt>
    <dgm:pt modelId="{05D7ED7F-046E-4FD3-8AEE-AE087408258F}" type="pres">
      <dgm:prSet presAssocID="{68D34111-7D4D-4ACA-A8DA-10F4B3E21D19}" presName="bgRect" presStyleLbl="bgShp" presStyleIdx="0" presStyleCnt="3"/>
      <dgm:spPr/>
    </dgm:pt>
    <dgm:pt modelId="{06DA24C6-8E11-4FF5-BED4-47BADB3319F8}" type="pres">
      <dgm:prSet presAssocID="{68D34111-7D4D-4ACA-A8DA-10F4B3E21D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B5198D5-EF15-4E1F-9DAC-4F369F783D44}" type="pres">
      <dgm:prSet presAssocID="{68D34111-7D4D-4ACA-A8DA-10F4B3E21D19}" presName="spaceRect" presStyleCnt="0"/>
      <dgm:spPr/>
    </dgm:pt>
    <dgm:pt modelId="{A0E44DD9-FAB7-4DF8-AE1B-601CF7BFEA2C}" type="pres">
      <dgm:prSet presAssocID="{68D34111-7D4D-4ACA-A8DA-10F4B3E21D19}" presName="parTx" presStyleLbl="revTx" presStyleIdx="0" presStyleCnt="3">
        <dgm:presLayoutVars>
          <dgm:chMax val="0"/>
          <dgm:chPref val="0"/>
        </dgm:presLayoutVars>
      </dgm:prSet>
      <dgm:spPr/>
    </dgm:pt>
    <dgm:pt modelId="{7962BAA5-3C94-4F10-A522-628D65181D06}" type="pres">
      <dgm:prSet presAssocID="{0CB1C3D8-65D8-4010-A712-29F6CEAE8BCF}" presName="sibTrans" presStyleCnt="0"/>
      <dgm:spPr/>
    </dgm:pt>
    <dgm:pt modelId="{1B6FF9F2-481C-449A-84F3-D07997296683}" type="pres">
      <dgm:prSet presAssocID="{EA0F7D19-1DB4-4711-9D74-D9D356E8C1E9}" presName="compNode" presStyleCnt="0"/>
      <dgm:spPr/>
    </dgm:pt>
    <dgm:pt modelId="{B4553F3E-EB53-415F-B2B5-C2C023067A0F}" type="pres">
      <dgm:prSet presAssocID="{EA0F7D19-1DB4-4711-9D74-D9D356E8C1E9}" presName="bgRect" presStyleLbl="bgShp" presStyleIdx="1" presStyleCnt="3"/>
      <dgm:spPr/>
    </dgm:pt>
    <dgm:pt modelId="{55BD218A-4069-43E7-88D0-DF4CEFB46327}" type="pres">
      <dgm:prSet presAssocID="{EA0F7D19-1DB4-4711-9D74-D9D356E8C1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5B9075C-81D9-4D3E-8D80-5FF17395A8CD}" type="pres">
      <dgm:prSet presAssocID="{EA0F7D19-1DB4-4711-9D74-D9D356E8C1E9}" presName="spaceRect" presStyleCnt="0"/>
      <dgm:spPr/>
    </dgm:pt>
    <dgm:pt modelId="{1FE63065-C30B-4C6F-A35B-CDC1B487A548}" type="pres">
      <dgm:prSet presAssocID="{EA0F7D19-1DB4-4711-9D74-D9D356E8C1E9}" presName="parTx" presStyleLbl="revTx" presStyleIdx="1" presStyleCnt="3">
        <dgm:presLayoutVars>
          <dgm:chMax val="0"/>
          <dgm:chPref val="0"/>
        </dgm:presLayoutVars>
      </dgm:prSet>
      <dgm:spPr/>
    </dgm:pt>
    <dgm:pt modelId="{94D76813-D037-45A7-A9CF-47E035A7B565}" type="pres">
      <dgm:prSet presAssocID="{DE7493CA-08A1-4CAB-B207-DAAE0D7F6135}" presName="sibTrans" presStyleCnt="0"/>
      <dgm:spPr/>
    </dgm:pt>
    <dgm:pt modelId="{1FC219D1-6D17-4903-9BCA-CC8426A70B6A}" type="pres">
      <dgm:prSet presAssocID="{9324A86A-FD69-461E-839A-13434D7D98A6}" presName="compNode" presStyleCnt="0"/>
      <dgm:spPr/>
    </dgm:pt>
    <dgm:pt modelId="{6424B171-CA75-4854-B786-38827980B9B4}" type="pres">
      <dgm:prSet presAssocID="{9324A86A-FD69-461E-839A-13434D7D98A6}" presName="bgRect" presStyleLbl="bgShp" presStyleIdx="2" presStyleCnt="3"/>
      <dgm:spPr/>
    </dgm:pt>
    <dgm:pt modelId="{431D5F14-AC22-4BBD-B571-0A30D22157EF}" type="pres">
      <dgm:prSet presAssocID="{9324A86A-FD69-461E-839A-13434D7D98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97D69D0-853E-4605-8797-CF7FB82FE2D7}" type="pres">
      <dgm:prSet presAssocID="{9324A86A-FD69-461E-839A-13434D7D98A6}" presName="spaceRect" presStyleCnt="0"/>
      <dgm:spPr/>
    </dgm:pt>
    <dgm:pt modelId="{6DE4F371-68A7-4C8F-93DA-77B58E60125A}" type="pres">
      <dgm:prSet presAssocID="{9324A86A-FD69-461E-839A-13434D7D98A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37C1E17-9FC2-4B37-A463-503F6DD1FFA4}" srcId="{F3EDE20C-023A-4EEF-ADD1-A2460251DA52}" destId="{68D34111-7D4D-4ACA-A8DA-10F4B3E21D19}" srcOrd="0" destOrd="0" parTransId="{15BD2712-D98A-4C81-B738-96B0B70997DF}" sibTransId="{0CB1C3D8-65D8-4010-A712-29F6CEAE8BCF}"/>
    <dgm:cxn modelId="{70663418-0CE3-422C-86FE-75C2D28164DF}" type="presOf" srcId="{EA0F7D19-1DB4-4711-9D74-D9D356E8C1E9}" destId="{1FE63065-C30B-4C6F-A35B-CDC1B487A548}" srcOrd="0" destOrd="0" presId="urn:microsoft.com/office/officeart/2018/2/layout/IconVerticalSolidList"/>
    <dgm:cxn modelId="{18E12128-3B3B-4E71-895B-BC41837C04F0}" srcId="{F3EDE20C-023A-4EEF-ADD1-A2460251DA52}" destId="{9324A86A-FD69-461E-839A-13434D7D98A6}" srcOrd="2" destOrd="0" parTransId="{15DDBD48-B643-4C4D-B4A0-DA9F8DB983F1}" sibTransId="{DDD26382-3559-47C4-B99D-FF0EEDFD9E60}"/>
    <dgm:cxn modelId="{E2D4FB74-E4D7-4736-B98B-437563FA4A00}" type="presOf" srcId="{68D34111-7D4D-4ACA-A8DA-10F4B3E21D19}" destId="{A0E44DD9-FAB7-4DF8-AE1B-601CF7BFEA2C}" srcOrd="0" destOrd="0" presId="urn:microsoft.com/office/officeart/2018/2/layout/IconVerticalSolidList"/>
    <dgm:cxn modelId="{2A6E8E81-82C0-4D4F-8C5B-0A198A91F690}" type="presOf" srcId="{F3EDE20C-023A-4EEF-ADD1-A2460251DA52}" destId="{19673355-C032-45AD-BFF5-A2969791DC0B}" srcOrd="0" destOrd="0" presId="urn:microsoft.com/office/officeart/2018/2/layout/IconVerticalSolidList"/>
    <dgm:cxn modelId="{7339FFCD-270B-46CE-BA08-C02E48C87A0F}" srcId="{F3EDE20C-023A-4EEF-ADD1-A2460251DA52}" destId="{EA0F7D19-1DB4-4711-9D74-D9D356E8C1E9}" srcOrd="1" destOrd="0" parTransId="{954F9F6E-74FA-4EAB-BF7C-459E6B355EAA}" sibTransId="{DE7493CA-08A1-4CAB-B207-DAAE0D7F6135}"/>
    <dgm:cxn modelId="{4197B9F2-1BFB-4680-AF16-889BD0369873}" type="presOf" srcId="{9324A86A-FD69-461E-839A-13434D7D98A6}" destId="{6DE4F371-68A7-4C8F-93DA-77B58E60125A}" srcOrd="0" destOrd="0" presId="urn:microsoft.com/office/officeart/2018/2/layout/IconVerticalSolidList"/>
    <dgm:cxn modelId="{573CAA85-17FE-49C0-B998-A2484AE38CE3}" type="presParOf" srcId="{19673355-C032-45AD-BFF5-A2969791DC0B}" destId="{4072EB77-1661-4F14-AD5A-C59C81CC0F59}" srcOrd="0" destOrd="0" presId="urn:microsoft.com/office/officeart/2018/2/layout/IconVerticalSolidList"/>
    <dgm:cxn modelId="{0763918A-1317-4B74-BE12-F87D452D54A0}" type="presParOf" srcId="{4072EB77-1661-4F14-AD5A-C59C81CC0F59}" destId="{05D7ED7F-046E-4FD3-8AEE-AE087408258F}" srcOrd="0" destOrd="0" presId="urn:microsoft.com/office/officeart/2018/2/layout/IconVerticalSolidList"/>
    <dgm:cxn modelId="{8F3546CB-E273-4F63-BDAA-6D02237C2643}" type="presParOf" srcId="{4072EB77-1661-4F14-AD5A-C59C81CC0F59}" destId="{06DA24C6-8E11-4FF5-BED4-47BADB3319F8}" srcOrd="1" destOrd="0" presId="urn:microsoft.com/office/officeart/2018/2/layout/IconVerticalSolidList"/>
    <dgm:cxn modelId="{53373DE6-C00A-48DA-BF05-DFEB21C72460}" type="presParOf" srcId="{4072EB77-1661-4F14-AD5A-C59C81CC0F59}" destId="{EB5198D5-EF15-4E1F-9DAC-4F369F783D44}" srcOrd="2" destOrd="0" presId="urn:microsoft.com/office/officeart/2018/2/layout/IconVerticalSolidList"/>
    <dgm:cxn modelId="{BC05C4F4-AB21-41D2-9ADB-CD9A8E0AF7E6}" type="presParOf" srcId="{4072EB77-1661-4F14-AD5A-C59C81CC0F59}" destId="{A0E44DD9-FAB7-4DF8-AE1B-601CF7BFEA2C}" srcOrd="3" destOrd="0" presId="urn:microsoft.com/office/officeart/2018/2/layout/IconVerticalSolidList"/>
    <dgm:cxn modelId="{A116BB88-3887-47E0-A121-D17564E08BF8}" type="presParOf" srcId="{19673355-C032-45AD-BFF5-A2969791DC0B}" destId="{7962BAA5-3C94-4F10-A522-628D65181D06}" srcOrd="1" destOrd="0" presId="urn:microsoft.com/office/officeart/2018/2/layout/IconVerticalSolidList"/>
    <dgm:cxn modelId="{2F542FCF-20A9-4402-B0AD-19A9A61FCFDB}" type="presParOf" srcId="{19673355-C032-45AD-BFF5-A2969791DC0B}" destId="{1B6FF9F2-481C-449A-84F3-D07997296683}" srcOrd="2" destOrd="0" presId="urn:microsoft.com/office/officeart/2018/2/layout/IconVerticalSolidList"/>
    <dgm:cxn modelId="{1F4F522C-DD7F-42FF-ADCF-978465E3F8A2}" type="presParOf" srcId="{1B6FF9F2-481C-449A-84F3-D07997296683}" destId="{B4553F3E-EB53-415F-B2B5-C2C023067A0F}" srcOrd="0" destOrd="0" presId="urn:microsoft.com/office/officeart/2018/2/layout/IconVerticalSolidList"/>
    <dgm:cxn modelId="{2C0AEFEC-34A5-42C7-B842-5B63837DFD3B}" type="presParOf" srcId="{1B6FF9F2-481C-449A-84F3-D07997296683}" destId="{55BD218A-4069-43E7-88D0-DF4CEFB46327}" srcOrd="1" destOrd="0" presId="urn:microsoft.com/office/officeart/2018/2/layout/IconVerticalSolidList"/>
    <dgm:cxn modelId="{5DAD8A2C-A954-436F-9BFA-672EE93F00A5}" type="presParOf" srcId="{1B6FF9F2-481C-449A-84F3-D07997296683}" destId="{B5B9075C-81D9-4D3E-8D80-5FF17395A8CD}" srcOrd="2" destOrd="0" presId="urn:microsoft.com/office/officeart/2018/2/layout/IconVerticalSolidList"/>
    <dgm:cxn modelId="{0D1CD666-D11A-48C3-86CB-F3CA76D5AE36}" type="presParOf" srcId="{1B6FF9F2-481C-449A-84F3-D07997296683}" destId="{1FE63065-C30B-4C6F-A35B-CDC1B487A548}" srcOrd="3" destOrd="0" presId="urn:microsoft.com/office/officeart/2018/2/layout/IconVerticalSolidList"/>
    <dgm:cxn modelId="{6C7268CC-DC08-43D2-8157-FFD21E9C532E}" type="presParOf" srcId="{19673355-C032-45AD-BFF5-A2969791DC0B}" destId="{94D76813-D037-45A7-A9CF-47E035A7B565}" srcOrd="3" destOrd="0" presId="urn:microsoft.com/office/officeart/2018/2/layout/IconVerticalSolidList"/>
    <dgm:cxn modelId="{56BEDDE5-BDA2-475C-A6DD-5908B44C8A94}" type="presParOf" srcId="{19673355-C032-45AD-BFF5-A2969791DC0B}" destId="{1FC219D1-6D17-4903-9BCA-CC8426A70B6A}" srcOrd="4" destOrd="0" presId="urn:microsoft.com/office/officeart/2018/2/layout/IconVerticalSolidList"/>
    <dgm:cxn modelId="{1D92CFEA-D37C-4FF7-8BC5-809CD3F92071}" type="presParOf" srcId="{1FC219D1-6D17-4903-9BCA-CC8426A70B6A}" destId="{6424B171-CA75-4854-B786-38827980B9B4}" srcOrd="0" destOrd="0" presId="urn:microsoft.com/office/officeart/2018/2/layout/IconVerticalSolidList"/>
    <dgm:cxn modelId="{FCD9CF59-BB32-4C33-8F4A-21B49424E136}" type="presParOf" srcId="{1FC219D1-6D17-4903-9BCA-CC8426A70B6A}" destId="{431D5F14-AC22-4BBD-B571-0A30D22157EF}" srcOrd="1" destOrd="0" presId="urn:microsoft.com/office/officeart/2018/2/layout/IconVerticalSolidList"/>
    <dgm:cxn modelId="{7B12DB4B-46D5-4C7F-BAF8-9CD04758F755}" type="presParOf" srcId="{1FC219D1-6D17-4903-9BCA-CC8426A70B6A}" destId="{B97D69D0-853E-4605-8797-CF7FB82FE2D7}" srcOrd="2" destOrd="0" presId="urn:microsoft.com/office/officeart/2018/2/layout/IconVerticalSolidList"/>
    <dgm:cxn modelId="{90FC3785-B5C0-4E4E-9D48-AF58E78753C7}" type="presParOf" srcId="{1FC219D1-6D17-4903-9BCA-CC8426A70B6A}" destId="{6DE4F371-68A7-4C8F-93DA-77B58E6012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6B6966-3176-41BF-A16E-30835633F25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730651B-4D12-4CC6-9809-A898A1C0247F}">
      <dgm:prSet/>
      <dgm:spPr/>
      <dgm:t>
        <a:bodyPr/>
        <a:lstStyle/>
        <a:p>
          <a:r>
            <a:rPr lang="en-US" dirty="0"/>
            <a:t>Source: Kaggle Smartphone Dataset</a:t>
          </a:r>
        </a:p>
      </dgm:t>
    </dgm:pt>
    <dgm:pt modelId="{CABB6C31-A789-4494-B009-385C4ED4081D}" type="parTrans" cxnId="{65A9EBDA-2055-4444-BF9A-2C626C46101C}">
      <dgm:prSet/>
      <dgm:spPr/>
      <dgm:t>
        <a:bodyPr/>
        <a:lstStyle/>
        <a:p>
          <a:endParaRPr lang="en-US"/>
        </a:p>
      </dgm:t>
    </dgm:pt>
    <dgm:pt modelId="{C26ED880-2ECD-4A62-817B-26AF2F33ADF1}" type="sibTrans" cxnId="{65A9EBDA-2055-4444-BF9A-2C626C46101C}">
      <dgm:prSet/>
      <dgm:spPr/>
      <dgm:t>
        <a:bodyPr/>
        <a:lstStyle/>
        <a:p>
          <a:endParaRPr lang="en-US"/>
        </a:p>
      </dgm:t>
    </dgm:pt>
    <dgm:pt modelId="{ACB36B53-B93E-406A-9553-95D7A45188D1}">
      <dgm:prSet/>
      <dgm:spPr/>
      <dgm:t>
        <a:bodyPr/>
        <a:lstStyle/>
        <a:p>
          <a:r>
            <a:rPr lang="en-US"/>
            <a:t>980 rows, 22 features</a:t>
          </a:r>
        </a:p>
      </dgm:t>
    </dgm:pt>
    <dgm:pt modelId="{B7210B19-9C97-4688-A1C6-0B471CF1478C}" type="parTrans" cxnId="{E5F23B62-F88A-4125-8464-020BEC25872A}">
      <dgm:prSet/>
      <dgm:spPr/>
      <dgm:t>
        <a:bodyPr/>
        <a:lstStyle/>
        <a:p>
          <a:endParaRPr lang="en-US"/>
        </a:p>
      </dgm:t>
    </dgm:pt>
    <dgm:pt modelId="{EBAD7515-DF19-4361-8C39-15E97C4BF0AC}" type="sibTrans" cxnId="{E5F23B62-F88A-4125-8464-020BEC25872A}">
      <dgm:prSet/>
      <dgm:spPr/>
      <dgm:t>
        <a:bodyPr/>
        <a:lstStyle/>
        <a:p>
          <a:endParaRPr lang="en-US"/>
        </a:p>
      </dgm:t>
    </dgm:pt>
    <dgm:pt modelId="{0FAA2B65-5740-470A-98EB-4ED59DE36DEF}">
      <dgm:prSet/>
      <dgm:spPr/>
      <dgm:t>
        <a:bodyPr/>
        <a:lstStyle/>
        <a:p>
          <a:r>
            <a:rPr lang="en-US" dirty="0"/>
            <a:t>Mix of 18 numerical and 4 categorical features</a:t>
          </a:r>
        </a:p>
      </dgm:t>
    </dgm:pt>
    <dgm:pt modelId="{C230A768-4D82-4CCD-B66E-23A6E212510E}" type="parTrans" cxnId="{2D2F17C1-53A9-48C0-9692-CD256C0FF774}">
      <dgm:prSet/>
      <dgm:spPr/>
      <dgm:t>
        <a:bodyPr/>
        <a:lstStyle/>
        <a:p>
          <a:endParaRPr lang="en-US"/>
        </a:p>
      </dgm:t>
    </dgm:pt>
    <dgm:pt modelId="{432A0B87-7620-48B9-9E3D-768BF4CB3D40}" type="sibTrans" cxnId="{2D2F17C1-53A9-48C0-9692-CD256C0FF774}">
      <dgm:prSet/>
      <dgm:spPr/>
      <dgm:t>
        <a:bodyPr/>
        <a:lstStyle/>
        <a:p>
          <a:endParaRPr lang="en-US"/>
        </a:p>
      </dgm:t>
    </dgm:pt>
    <dgm:pt modelId="{431CD3D0-710B-EB41-8901-95C7BBC4252F}" type="pres">
      <dgm:prSet presAssocID="{FC6B6966-3176-41BF-A16E-30835633F259}" presName="linear" presStyleCnt="0">
        <dgm:presLayoutVars>
          <dgm:animLvl val="lvl"/>
          <dgm:resizeHandles val="exact"/>
        </dgm:presLayoutVars>
      </dgm:prSet>
      <dgm:spPr/>
    </dgm:pt>
    <dgm:pt modelId="{2C4ACA94-E033-1345-B177-7D34A2495B35}" type="pres">
      <dgm:prSet presAssocID="{7730651B-4D12-4CC6-9809-A898A1C0247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1F45364-EF22-5C43-81F5-8ACF1599E04C}" type="pres">
      <dgm:prSet presAssocID="{C26ED880-2ECD-4A62-817B-26AF2F33ADF1}" presName="spacer" presStyleCnt="0"/>
      <dgm:spPr/>
    </dgm:pt>
    <dgm:pt modelId="{926212EF-79DA-4B40-929C-AC6E22E03221}" type="pres">
      <dgm:prSet presAssocID="{ACB36B53-B93E-406A-9553-95D7A45188D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E3D9E2-DC1D-764F-BD56-03EE067519A8}" type="pres">
      <dgm:prSet presAssocID="{EBAD7515-DF19-4361-8C39-15E97C4BF0AC}" presName="spacer" presStyleCnt="0"/>
      <dgm:spPr/>
    </dgm:pt>
    <dgm:pt modelId="{0F6930EB-95FA-B349-B571-5F3E5257159D}" type="pres">
      <dgm:prSet presAssocID="{0FAA2B65-5740-470A-98EB-4ED59DE36DE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12AAE11-4105-5D4C-B0C4-BFB46EDBCFDD}" type="presOf" srcId="{0FAA2B65-5740-470A-98EB-4ED59DE36DEF}" destId="{0F6930EB-95FA-B349-B571-5F3E5257159D}" srcOrd="0" destOrd="0" presId="urn:microsoft.com/office/officeart/2005/8/layout/vList2"/>
    <dgm:cxn modelId="{E5F23B62-F88A-4125-8464-020BEC25872A}" srcId="{FC6B6966-3176-41BF-A16E-30835633F259}" destId="{ACB36B53-B93E-406A-9553-95D7A45188D1}" srcOrd="1" destOrd="0" parTransId="{B7210B19-9C97-4688-A1C6-0B471CF1478C}" sibTransId="{EBAD7515-DF19-4361-8C39-15E97C4BF0AC}"/>
    <dgm:cxn modelId="{2113C772-8449-5543-AEC4-5099617EADE8}" type="presOf" srcId="{ACB36B53-B93E-406A-9553-95D7A45188D1}" destId="{926212EF-79DA-4B40-929C-AC6E22E03221}" srcOrd="0" destOrd="0" presId="urn:microsoft.com/office/officeart/2005/8/layout/vList2"/>
    <dgm:cxn modelId="{3FD0AEA7-7ACD-7C4B-827B-D9D2F98C1830}" type="presOf" srcId="{7730651B-4D12-4CC6-9809-A898A1C0247F}" destId="{2C4ACA94-E033-1345-B177-7D34A2495B35}" srcOrd="0" destOrd="0" presId="urn:microsoft.com/office/officeart/2005/8/layout/vList2"/>
    <dgm:cxn modelId="{2D2F17C1-53A9-48C0-9692-CD256C0FF774}" srcId="{FC6B6966-3176-41BF-A16E-30835633F259}" destId="{0FAA2B65-5740-470A-98EB-4ED59DE36DEF}" srcOrd="2" destOrd="0" parTransId="{C230A768-4D82-4CCD-B66E-23A6E212510E}" sibTransId="{432A0B87-7620-48B9-9E3D-768BF4CB3D40}"/>
    <dgm:cxn modelId="{65A9EBDA-2055-4444-BF9A-2C626C46101C}" srcId="{FC6B6966-3176-41BF-A16E-30835633F259}" destId="{7730651B-4D12-4CC6-9809-A898A1C0247F}" srcOrd="0" destOrd="0" parTransId="{CABB6C31-A789-4494-B009-385C4ED4081D}" sibTransId="{C26ED880-2ECD-4A62-817B-26AF2F33ADF1}"/>
    <dgm:cxn modelId="{05FD05E2-508B-F74D-BFD3-44F8B9E1D0E0}" type="presOf" srcId="{FC6B6966-3176-41BF-A16E-30835633F259}" destId="{431CD3D0-710B-EB41-8901-95C7BBC4252F}" srcOrd="0" destOrd="0" presId="urn:microsoft.com/office/officeart/2005/8/layout/vList2"/>
    <dgm:cxn modelId="{B917550B-2C90-A747-9D42-02542281A9E9}" type="presParOf" srcId="{431CD3D0-710B-EB41-8901-95C7BBC4252F}" destId="{2C4ACA94-E033-1345-B177-7D34A2495B35}" srcOrd="0" destOrd="0" presId="urn:microsoft.com/office/officeart/2005/8/layout/vList2"/>
    <dgm:cxn modelId="{6839A4F5-C6B7-C344-9CB2-35875971ECC7}" type="presParOf" srcId="{431CD3D0-710B-EB41-8901-95C7BBC4252F}" destId="{21F45364-EF22-5C43-81F5-8ACF1599E04C}" srcOrd="1" destOrd="0" presId="urn:microsoft.com/office/officeart/2005/8/layout/vList2"/>
    <dgm:cxn modelId="{EB55FED4-67D1-564C-B458-8EE223056CCE}" type="presParOf" srcId="{431CD3D0-710B-EB41-8901-95C7BBC4252F}" destId="{926212EF-79DA-4B40-929C-AC6E22E03221}" srcOrd="2" destOrd="0" presId="urn:microsoft.com/office/officeart/2005/8/layout/vList2"/>
    <dgm:cxn modelId="{807DF63D-FB02-1841-991D-47830409C8F7}" type="presParOf" srcId="{431CD3D0-710B-EB41-8901-95C7BBC4252F}" destId="{21E3D9E2-DC1D-764F-BD56-03EE067519A8}" srcOrd="3" destOrd="0" presId="urn:microsoft.com/office/officeart/2005/8/layout/vList2"/>
    <dgm:cxn modelId="{5EE131CD-CEB8-0F42-9D4B-BA7B9F0CF0DF}" type="presParOf" srcId="{431CD3D0-710B-EB41-8901-95C7BBC4252F}" destId="{0F6930EB-95FA-B349-B571-5F3E5257159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06CA30-6ED2-4B6A-8918-3C64230B5E8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F402D9-8C5C-40B3-9183-377D2B925161}">
      <dgm:prSet/>
      <dgm:spPr/>
      <dgm:t>
        <a:bodyPr/>
        <a:lstStyle/>
        <a:p>
          <a:r>
            <a:rPr lang="en-US" dirty="0"/>
            <a:t>Handled missing values using imputation techniques</a:t>
          </a:r>
        </a:p>
      </dgm:t>
    </dgm:pt>
    <dgm:pt modelId="{55C04C50-1B98-4958-B56F-780ECD7A4645}" type="parTrans" cxnId="{B6919ECE-BBC0-4B3E-B2BD-F1F9E0BC1FE9}">
      <dgm:prSet/>
      <dgm:spPr/>
      <dgm:t>
        <a:bodyPr/>
        <a:lstStyle/>
        <a:p>
          <a:endParaRPr lang="en-US"/>
        </a:p>
      </dgm:t>
    </dgm:pt>
    <dgm:pt modelId="{2C4B68DE-EFB6-47D7-B1D0-E369F272BE4D}" type="sibTrans" cxnId="{B6919ECE-BBC0-4B3E-B2BD-F1F9E0BC1FE9}">
      <dgm:prSet/>
      <dgm:spPr/>
      <dgm:t>
        <a:bodyPr/>
        <a:lstStyle/>
        <a:p>
          <a:endParaRPr lang="en-US"/>
        </a:p>
      </dgm:t>
    </dgm:pt>
    <dgm:pt modelId="{B58E1864-1003-4C7A-AC1C-95A1F8BB25EF}">
      <dgm:prSet/>
      <dgm:spPr/>
      <dgm:t>
        <a:bodyPr/>
        <a:lstStyle/>
        <a:p>
          <a:r>
            <a:rPr lang="en-US"/>
            <a:t>Converted text-based numbers into numeric format</a:t>
          </a:r>
        </a:p>
      </dgm:t>
    </dgm:pt>
    <dgm:pt modelId="{DD134744-4EF2-4FE1-81D2-D0378D31EE37}" type="parTrans" cxnId="{55B13ADF-B992-4860-9917-4CF1491BEC8A}">
      <dgm:prSet/>
      <dgm:spPr/>
      <dgm:t>
        <a:bodyPr/>
        <a:lstStyle/>
        <a:p>
          <a:endParaRPr lang="en-US"/>
        </a:p>
      </dgm:t>
    </dgm:pt>
    <dgm:pt modelId="{2718144D-D0FE-4F2F-B2A6-22E11D108434}" type="sibTrans" cxnId="{55B13ADF-B992-4860-9917-4CF1491BEC8A}">
      <dgm:prSet/>
      <dgm:spPr/>
      <dgm:t>
        <a:bodyPr/>
        <a:lstStyle/>
        <a:p>
          <a:endParaRPr lang="en-US"/>
        </a:p>
      </dgm:t>
    </dgm:pt>
    <dgm:pt modelId="{D22EF675-5E1B-4AC5-AFC2-77EA83C1DAFA}">
      <dgm:prSet/>
      <dgm:spPr/>
      <dgm:t>
        <a:bodyPr/>
        <a:lstStyle/>
        <a:p>
          <a:r>
            <a:rPr lang="en-US"/>
            <a:t>Removed rows with missing target features and handled outliers</a:t>
          </a:r>
        </a:p>
      </dgm:t>
    </dgm:pt>
    <dgm:pt modelId="{0B303B65-DC02-4B65-B128-29785E87708D}" type="parTrans" cxnId="{DD932A1E-524C-4579-A4D3-07ED63941E73}">
      <dgm:prSet/>
      <dgm:spPr/>
      <dgm:t>
        <a:bodyPr/>
        <a:lstStyle/>
        <a:p>
          <a:endParaRPr lang="en-US"/>
        </a:p>
      </dgm:t>
    </dgm:pt>
    <dgm:pt modelId="{AAC091F1-D882-4A9D-8CD1-0FD7F028FFC0}" type="sibTrans" cxnId="{DD932A1E-524C-4579-A4D3-07ED63941E73}">
      <dgm:prSet/>
      <dgm:spPr/>
      <dgm:t>
        <a:bodyPr/>
        <a:lstStyle/>
        <a:p>
          <a:endParaRPr lang="en-US"/>
        </a:p>
      </dgm:t>
    </dgm:pt>
    <dgm:pt modelId="{C5B151B5-A51F-C940-BA1E-9A5B4899CB4E}" type="pres">
      <dgm:prSet presAssocID="{2106CA30-6ED2-4B6A-8918-3C64230B5E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7176BF-9A1E-BA40-AA6C-E6BB66B74205}" type="pres">
      <dgm:prSet presAssocID="{93F402D9-8C5C-40B3-9183-377D2B925161}" presName="hierRoot1" presStyleCnt="0"/>
      <dgm:spPr/>
    </dgm:pt>
    <dgm:pt modelId="{D58FF704-1873-414E-BDD6-4A481AE53861}" type="pres">
      <dgm:prSet presAssocID="{93F402D9-8C5C-40B3-9183-377D2B925161}" presName="composite" presStyleCnt="0"/>
      <dgm:spPr/>
    </dgm:pt>
    <dgm:pt modelId="{C46BB280-F038-4848-8654-4FAD9BE90147}" type="pres">
      <dgm:prSet presAssocID="{93F402D9-8C5C-40B3-9183-377D2B925161}" presName="background" presStyleLbl="node0" presStyleIdx="0" presStyleCnt="3"/>
      <dgm:spPr/>
    </dgm:pt>
    <dgm:pt modelId="{C5580AAC-BBFF-3C4B-8E73-0354B06A822B}" type="pres">
      <dgm:prSet presAssocID="{93F402D9-8C5C-40B3-9183-377D2B925161}" presName="text" presStyleLbl="fgAcc0" presStyleIdx="0" presStyleCnt="3">
        <dgm:presLayoutVars>
          <dgm:chPref val="3"/>
        </dgm:presLayoutVars>
      </dgm:prSet>
      <dgm:spPr/>
    </dgm:pt>
    <dgm:pt modelId="{E43DCDCE-2BA3-9A40-8C66-0B4E5A3AC731}" type="pres">
      <dgm:prSet presAssocID="{93F402D9-8C5C-40B3-9183-377D2B925161}" presName="hierChild2" presStyleCnt="0"/>
      <dgm:spPr/>
    </dgm:pt>
    <dgm:pt modelId="{F2267AD8-F6B8-8042-AD75-9B6F97F5A4B1}" type="pres">
      <dgm:prSet presAssocID="{B58E1864-1003-4C7A-AC1C-95A1F8BB25EF}" presName="hierRoot1" presStyleCnt="0"/>
      <dgm:spPr/>
    </dgm:pt>
    <dgm:pt modelId="{61885220-94A7-CB4F-9BE0-B50D8B232424}" type="pres">
      <dgm:prSet presAssocID="{B58E1864-1003-4C7A-AC1C-95A1F8BB25EF}" presName="composite" presStyleCnt="0"/>
      <dgm:spPr/>
    </dgm:pt>
    <dgm:pt modelId="{78454BB1-B61E-0A4A-8052-DCF53D820220}" type="pres">
      <dgm:prSet presAssocID="{B58E1864-1003-4C7A-AC1C-95A1F8BB25EF}" presName="background" presStyleLbl="node0" presStyleIdx="1" presStyleCnt="3"/>
      <dgm:spPr/>
    </dgm:pt>
    <dgm:pt modelId="{7DF0E642-CD06-A045-AEE7-FBFFD1A5267A}" type="pres">
      <dgm:prSet presAssocID="{B58E1864-1003-4C7A-AC1C-95A1F8BB25EF}" presName="text" presStyleLbl="fgAcc0" presStyleIdx="1" presStyleCnt="3">
        <dgm:presLayoutVars>
          <dgm:chPref val="3"/>
        </dgm:presLayoutVars>
      </dgm:prSet>
      <dgm:spPr/>
    </dgm:pt>
    <dgm:pt modelId="{B994016A-05ED-5041-BCCF-F5E88DF018E3}" type="pres">
      <dgm:prSet presAssocID="{B58E1864-1003-4C7A-AC1C-95A1F8BB25EF}" presName="hierChild2" presStyleCnt="0"/>
      <dgm:spPr/>
    </dgm:pt>
    <dgm:pt modelId="{36C5D484-CD74-2A47-A4E9-4C8694873FF0}" type="pres">
      <dgm:prSet presAssocID="{D22EF675-5E1B-4AC5-AFC2-77EA83C1DAFA}" presName="hierRoot1" presStyleCnt="0"/>
      <dgm:spPr/>
    </dgm:pt>
    <dgm:pt modelId="{6B6C3FA8-BE0C-EB45-A0D9-EEBF6C52C60F}" type="pres">
      <dgm:prSet presAssocID="{D22EF675-5E1B-4AC5-AFC2-77EA83C1DAFA}" presName="composite" presStyleCnt="0"/>
      <dgm:spPr/>
    </dgm:pt>
    <dgm:pt modelId="{CFE5CE46-1A7B-B141-86F6-FA223846B2DD}" type="pres">
      <dgm:prSet presAssocID="{D22EF675-5E1B-4AC5-AFC2-77EA83C1DAFA}" presName="background" presStyleLbl="node0" presStyleIdx="2" presStyleCnt="3"/>
      <dgm:spPr/>
    </dgm:pt>
    <dgm:pt modelId="{40A0FFAD-E537-D54F-BC63-2189B9DBE462}" type="pres">
      <dgm:prSet presAssocID="{D22EF675-5E1B-4AC5-AFC2-77EA83C1DAFA}" presName="text" presStyleLbl="fgAcc0" presStyleIdx="2" presStyleCnt="3">
        <dgm:presLayoutVars>
          <dgm:chPref val="3"/>
        </dgm:presLayoutVars>
      </dgm:prSet>
      <dgm:spPr/>
    </dgm:pt>
    <dgm:pt modelId="{6D34DBD2-F5B9-A043-AC01-3FFE7C0E5DFB}" type="pres">
      <dgm:prSet presAssocID="{D22EF675-5E1B-4AC5-AFC2-77EA83C1DAFA}" presName="hierChild2" presStyleCnt="0"/>
      <dgm:spPr/>
    </dgm:pt>
  </dgm:ptLst>
  <dgm:cxnLst>
    <dgm:cxn modelId="{50107E02-5376-544D-A7B3-0A0F5911C937}" type="presOf" srcId="{B58E1864-1003-4C7A-AC1C-95A1F8BB25EF}" destId="{7DF0E642-CD06-A045-AEE7-FBFFD1A5267A}" srcOrd="0" destOrd="0" presId="urn:microsoft.com/office/officeart/2005/8/layout/hierarchy1"/>
    <dgm:cxn modelId="{DD932A1E-524C-4579-A4D3-07ED63941E73}" srcId="{2106CA30-6ED2-4B6A-8918-3C64230B5E84}" destId="{D22EF675-5E1B-4AC5-AFC2-77EA83C1DAFA}" srcOrd="2" destOrd="0" parTransId="{0B303B65-DC02-4B65-B128-29785E87708D}" sibTransId="{AAC091F1-D882-4A9D-8CD1-0FD7F028FFC0}"/>
    <dgm:cxn modelId="{08351C30-6845-914B-AD27-87D3F180AC26}" type="presOf" srcId="{D22EF675-5E1B-4AC5-AFC2-77EA83C1DAFA}" destId="{40A0FFAD-E537-D54F-BC63-2189B9DBE462}" srcOrd="0" destOrd="0" presId="urn:microsoft.com/office/officeart/2005/8/layout/hierarchy1"/>
    <dgm:cxn modelId="{A1BD3C8D-F870-F44D-8D17-38A2B37E480C}" type="presOf" srcId="{2106CA30-6ED2-4B6A-8918-3C64230B5E84}" destId="{C5B151B5-A51F-C940-BA1E-9A5B4899CB4E}" srcOrd="0" destOrd="0" presId="urn:microsoft.com/office/officeart/2005/8/layout/hierarchy1"/>
    <dgm:cxn modelId="{B6919ECE-BBC0-4B3E-B2BD-F1F9E0BC1FE9}" srcId="{2106CA30-6ED2-4B6A-8918-3C64230B5E84}" destId="{93F402D9-8C5C-40B3-9183-377D2B925161}" srcOrd="0" destOrd="0" parTransId="{55C04C50-1B98-4958-B56F-780ECD7A4645}" sibTransId="{2C4B68DE-EFB6-47D7-B1D0-E369F272BE4D}"/>
    <dgm:cxn modelId="{55B13ADF-B992-4860-9917-4CF1491BEC8A}" srcId="{2106CA30-6ED2-4B6A-8918-3C64230B5E84}" destId="{B58E1864-1003-4C7A-AC1C-95A1F8BB25EF}" srcOrd="1" destOrd="0" parTransId="{DD134744-4EF2-4FE1-81D2-D0378D31EE37}" sibTransId="{2718144D-D0FE-4F2F-B2A6-22E11D108434}"/>
    <dgm:cxn modelId="{7D48EFE0-AB7A-8444-B688-CD033AB3CCBB}" type="presOf" srcId="{93F402D9-8C5C-40B3-9183-377D2B925161}" destId="{C5580AAC-BBFF-3C4B-8E73-0354B06A822B}" srcOrd="0" destOrd="0" presId="urn:microsoft.com/office/officeart/2005/8/layout/hierarchy1"/>
    <dgm:cxn modelId="{5309E052-B0D4-234F-B160-45CC4EDBF08D}" type="presParOf" srcId="{C5B151B5-A51F-C940-BA1E-9A5B4899CB4E}" destId="{107176BF-9A1E-BA40-AA6C-E6BB66B74205}" srcOrd="0" destOrd="0" presId="urn:microsoft.com/office/officeart/2005/8/layout/hierarchy1"/>
    <dgm:cxn modelId="{0FA03AC9-8145-CF46-9A0F-1B8D642B7A93}" type="presParOf" srcId="{107176BF-9A1E-BA40-AA6C-E6BB66B74205}" destId="{D58FF704-1873-414E-BDD6-4A481AE53861}" srcOrd="0" destOrd="0" presId="urn:microsoft.com/office/officeart/2005/8/layout/hierarchy1"/>
    <dgm:cxn modelId="{97587B41-55A3-1B44-80EB-482EEEC89804}" type="presParOf" srcId="{D58FF704-1873-414E-BDD6-4A481AE53861}" destId="{C46BB280-F038-4848-8654-4FAD9BE90147}" srcOrd="0" destOrd="0" presId="urn:microsoft.com/office/officeart/2005/8/layout/hierarchy1"/>
    <dgm:cxn modelId="{655FDAEA-2799-ED47-AB16-CDCA21F1CF33}" type="presParOf" srcId="{D58FF704-1873-414E-BDD6-4A481AE53861}" destId="{C5580AAC-BBFF-3C4B-8E73-0354B06A822B}" srcOrd="1" destOrd="0" presId="urn:microsoft.com/office/officeart/2005/8/layout/hierarchy1"/>
    <dgm:cxn modelId="{E082836F-60F5-B343-A558-36B4FB18D21B}" type="presParOf" srcId="{107176BF-9A1E-BA40-AA6C-E6BB66B74205}" destId="{E43DCDCE-2BA3-9A40-8C66-0B4E5A3AC731}" srcOrd="1" destOrd="0" presId="urn:microsoft.com/office/officeart/2005/8/layout/hierarchy1"/>
    <dgm:cxn modelId="{34CDFFB4-EC6A-5F41-9D4E-41A9B236DD5F}" type="presParOf" srcId="{C5B151B5-A51F-C940-BA1E-9A5B4899CB4E}" destId="{F2267AD8-F6B8-8042-AD75-9B6F97F5A4B1}" srcOrd="1" destOrd="0" presId="urn:microsoft.com/office/officeart/2005/8/layout/hierarchy1"/>
    <dgm:cxn modelId="{98A6AED1-6C7E-C543-87DD-B5CC7CE29A07}" type="presParOf" srcId="{F2267AD8-F6B8-8042-AD75-9B6F97F5A4B1}" destId="{61885220-94A7-CB4F-9BE0-B50D8B232424}" srcOrd="0" destOrd="0" presId="urn:microsoft.com/office/officeart/2005/8/layout/hierarchy1"/>
    <dgm:cxn modelId="{08EDAA62-4C0C-2947-9387-1E18548F0AA6}" type="presParOf" srcId="{61885220-94A7-CB4F-9BE0-B50D8B232424}" destId="{78454BB1-B61E-0A4A-8052-DCF53D820220}" srcOrd="0" destOrd="0" presId="urn:microsoft.com/office/officeart/2005/8/layout/hierarchy1"/>
    <dgm:cxn modelId="{7B923D18-57E7-5C46-A65A-02A75BF23C87}" type="presParOf" srcId="{61885220-94A7-CB4F-9BE0-B50D8B232424}" destId="{7DF0E642-CD06-A045-AEE7-FBFFD1A5267A}" srcOrd="1" destOrd="0" presId="urn:microsoft.com/office/officeart/2005/8/layout/hierarchy1"/>
    <dgm:cxn modelId="{F116864F-2194-FB42-ABD3-087999FA4E32}" type="presParOf" srcId="{F2267AD8-F6B8-8042-AD75-9B6F97F5A4B1}" destId="{B994016A-05ED-5041-BCCF-F5E88DF018E3}" srcOrd="1" destOrd="0" presId="urn:microsoft.com/office/officeart/2005/8/layout/hierarchy1"/>
    <dgm:cxn modelId="{1C618FDE-A57D-9E46-9F7C-81AFB45F1B76}" type="presParOf" srcId="{C5B151B5-A51F-C940-BA1E-9A5B4899CB4E}" destId="{36C5D484-CD74-2A47-A4E9-4C8694873FF0}" srcOrd="2" destOrd="0" presId="urn:microsoft.com/office/officeart/2005/8/layout/hierarchy1"/>
    <dgm:cxn modelId="{24F8CA07-4A60-9B4A-9FBD-1C62FB27C311}" type="presParOf" srcId="{36C5D484-CD74-2A47-A4E9-4C8694873FF0}" destId="{6B6C3FA8-BE0C-EB45-A0D9-EEBF6C52C60F}" srcOrd="0" destOrd="0" presId="urn:microsoft.com/office/officeart/2005/8/layout/hierarchy1"/>
    <dgm:cxn modelId="{08FFEBE7-D37B-9147-BC2D-74B7BC3A34A0}" type="presParOf" srcId="{6B6C3FA8-BE0C-EB45-A0D9-EEBF6C52C60F}" destId="{CFE5CE46-1A7B-B141-86F6-FA223846B2DD}" srcOrd="0" destOrd="0" presId="urn:microsoft.com/office/officeart/2005/8/layout/hierarchy1"/>
    <dgm:cxn modelId="{9E2F7BA1-6E6E-0949-914A-BEF98BA57455}" type="presParOf" srcId="{6B6C3FA8-BE0C-EB45-A0D9-EEBF6C52C60F}" destId="{40A0FFAD-E537-D54F-BC63-2189B9DBE462}" srcOrd="1" destOrd="0" presId="urn:microsoft.com/office/officeart/2005/8/layout/hierarchy1"/>
    <dgm:cxn modelId="{98FFF4BB-A667-4A48-85B5-64F28C7FB67C}" type="presParOf" srcId="{36C5D484-CD74-2A47-A4E9-4C8694873FF0}" destId="{6D34DBD2-F5B9-A043-AC01-3FFE7C0E5DF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F72509-6A33-48B4-90BD-42BB3F483A1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08E6A7-A573-4209-BAC8-0F410714BF26}">
      <dgm:prSet/>
      <dgm:spPr/>
      <dgm:t>
        <a:bodyPr/>
        <a:lstStyle/>
        <a:p>
          <a:r>
            <a:rPr lang="en-US"/>
            <a:t>Train/Test Split: 80% Training, 20% Testing</a:t>
          </a:r>
        </a:p>
      </dgm:t>
    </dgm:pt>
    <dgm:pt modelId="{40F37811-1F25-4257-B07A-78F17B2832EE}" type="parTrans" cxnId="{651032B6-EAA7-43E4-9939-1446D0D8EC04}">
      <dgm:prSet/>
      <dgm:spPr/>
      <dgm:t>
        <a:bodyPr/>
        <a:lstStyle/>
        <a:p>
          <a:endParaRPr lang="en-US"/>
        </a:p>
      </dgm:t>
    </dgm:pt>
    <dgm:pt modelId="{BDC6AFFB-954B-437A-87D3-59CC3116F265}" type="sibTrans" cxnId="{651032B6-EAA7-43E4-9939-1446D0D8EC04}">
      <dgm:prSet/>
      <dgm:spPr/>
      <dgm:t>
        <a:bodyPr/>
        <a:lstStyle/>
        <a:p>
          <a:endParaRPr lang="en-US"/>
        </a:p>
      </dgm:t>
    </dgm:pt>
    <dgm:pt modelId="{AB9D41E6-E0F7-4D72-85CC-CFF6FFB97129}">
      <dgm:prSet/>
      <dgm:spPr/>
      <dgm:t>
        <a:bodyPr/>
        <a:lstStyle/>
        <a:p>
          <a:r>
            <a:rPr lang="en-US"/>
            <a:t>Preprocessing using ColumnTransformer</a:t>
          </a:r>
        </a:p>
      </dgm:t>
    </dgm:pt>
    <dgm:pt modelId="{7E5692C2-899F-4F10-9F1C-17921FDE62D4}" type="parTrans" cxnId="{3BE23CA9-23A5-4C0E-899E-6823FE5BFACF}">
      <dgm:prSet/>
      <dgm:spPr/>
      <dgm:t>
        <a:bodyPr/>
        <a:lstStyle/>
        <a:p>
          <a:endParaRPr lang="en-US"/>
        </a:p>
      </dgm:t>
    </dgm:pt>
    <dgm:pt modelId="{F6124659-4585-4DC6-B760-D039423E6F22}" type="sibTrans" cxnId="{3BE23CA9-23A5-4C0E-899E-6823FE5BFACF}">
      <dgm:prSet/>
      <dgm:spPr/>
      <dgm:t>
        <a:bodyPr/>
        <a:lstStyle/>
        <a:p>
          <a:endParaRPr lang="en-US"/>
        </a:p>
      </dgm:t>
    </dgm:pt>
    <dgm:pt modelId="{A2EBADF3-4205-465B-8354-D66D6745F1C5}">
      <dgm:prSet/>
      <dgm:spPr/>
      <dgm:t>
        <a:bodyPr/>
        <a:lstStyle/>
        <a:p>
          <a:r>
            <a:rPr lang="en-US"/>
            <a:t>Scaling numeric features, One-Hot Encoding categorical features</a:t>
          </a:r>
        </a:p>
      </dgm:t>
    </dgm:pt>
    <dgm:pt modelId="{4D4624CF-E685-4B4E-A34D-C09093828C47}" type="parTrans" cxnId="{E0981187-AAAC-4BE6-B692-60685E51E29C}">
      <dgm:prSet/>
      <dgm:spPr/>
      <dgm:t>
        <a:bodyPr/>
        <a:lstStyle/>
        <a:p>
          <a:endParaRPr lang="en-US"/>
        </a:p>
      </dgm:t>
    </dgm:pt>
    <dgm:pt modelId="{57BC4CAB-5C2F-4D80-A7E4-DC6F7DFC10E7}" type="sibTrans" cxnId="{E0981187-AAAC-4BE6-B692-60685E51E29C}">
      <dgm:prSet/>
      <dgm:spPr/>
      <dgm:t>
        <a:bodyPr/>
        <a:lstStyle/>
        <a:p>
          <a:endParaRPr lang="en-US"/>
        </a:p>
      </dgm:t>
    </dgm:pt>
    <dgm:pt modelId="{99EB85B0-2B2B-9745-B786-780DBA825F5C}" type="pres">
      <dgm:prSet presAssocID="{CDF72509-6A33-48B4-90BD-42BB3F483A11}" presName="linear" presStyleCnt="0">
        <dgm:presLayoutVars>
          <dgm:animLvl val="lvl"/>
          <dgm:resizeHandles val="exact"/>
        </dgm:presLayoutVars>
      </dgm:prSet>
      <dgm:spPr/>
    </dgm:pt>
    <dgm:pt modelId="{3C58727B-EBDB-414E-BDD1-4A0902FCEA58}" type="pres">
      <dgm:prSet presAssocID="{4B08E6A7-A573-4209-BAC8-0F410714BF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544767-2B5A-D340-9BB5-3BCB6FA65653}" type="pres">
      <dgm:prSet presAssocID="{BDC6AFFB-954B-437A-87D3-59CC3116F265}" presName="spacer" presStyleCnt="0"/>
      <dgm:spPr/>
    </dgm:pt>
    <dgm:pt modelId="{5D2B00E6-665B-784D-9988-65DC55C5098C}" type="pres">
      <dgm:prSet presAssocID="{AB9D41E6-E0F7-4D72-85CC-CFF6FFB971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D361445-2A79-E748-875B-AD116E38370D}" type="pres">
      <dgm:prSet presAssocID="{F6124659-4585-4DC6-B760-D039423E6F22}" presName="spacer" presStyleCnt="0"/>
      <dgm:spPr/>
    </dgm:pt>
    <dgm:pt modelId="{69D90CFD-6CC1-A748-8240-FED919953D42}" type="pres">
      <dgm:prSet presAssocID="{A2EBADF3-4205-465B-8354-D66D6745F1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C6D346B-AF41-3B45-8677-2BCB16B1D742}" type="presOf" srcId="{4B08E6A7-A573-4209-BAC8-0F410714BF26}" destId="{3C58727B-EBDB-414E-BDD1-4A0902FCEA58}" srcOrd="0" destOrd="0" presId="urn:microsoft.com/office/officeart/2005/8/layout/vList2"/>
    <dgm:cxn modelId="{E0981187-AAAC-4BE6-B692-60685E51E29C}" srcId="{CDF72509-6A33-48B4-90BD-42BB3F483A11}" destId="{A2EBADF3-4205-465B-8354-D66D6745F1C5}" srcOrd="2" destOrd="0" parTransId="{4D4624CF-E685-4B4E-A34D-C09093828C47}" sibTransId="{57BC4CAB-5C2F-4D80-A7E4-DC6F7DFC10E7}"/>
    <dgm:cxn modelId="{3BE23CA9-23A5-4C0E-899E-6823FE5BFACF}" srcId="{CDF72509-6A33-48B4-90BD-42BB3F483A11}" destId="{AB9D41E6-E0F7-4D72-85CC-CFF6FFB97129}" srcOrd="1" destOrd="0" parTransId="{7E5692C2-899F-4F10-9F1C-17921FDE62D4}" sibTransId="{F6124659-4585-4DC6-B760-D039423E6F22}"/>
    <dgm:cxn modelId="{540AE1AC-4572-1D41-A7ED-8685E926C946}" type="presOf" srcId="{AB9D41E6-E0F7-4D72-85CC-CFF6FFB97129}" destId="{5D2B00E6-665B-784D-9988-65DC55C5098C}" srcOrd="0" destOrd="0" presId="urn:microsoft.com/office/officeart/2005/8/layout/vList2"/>
    <dgm:cxn modelId="{651032B6-EAA7-43E4-9939-1446D0D8EC04}" srcId="{CDF72509-6A33-48B4-90BD-42BB3F483A11}" destId="{4B08E6A7-A573-4209-BAC8-0F410714BF26}" srcOrd="0" destOrd="0" parTransId="{40F37811-1F25-4257-B07A-78F17B2832EE}" sibTransId="{BDC6AFFB-954B-437A-87D3-59CC3116F265}"/>
    <dgm:cxn modelId="{8B6F1FF4-13AC-5A4A-A365-B209C28D85C9}" type="presOf" srcId="{A2EBADF3-4205-465B-8354-D66D6745F1C5}" destId="{69D90CFD-6CC1-A748-8240-FED919953D42}" srcOrd="0" destOrd="0" presId="urn:microsoft.com/office/officeart/2005/8/layout/vList2"/>
    <dgm:cxn modelId="{976408FC-39F2-1640-A22A-D6C8EE8F2B4E}" type="presOf" srcId="{CDF72509-6A33-48B4-90BD-42BB3F483A11}" destId="{99EB85B0-2B2B-9745-B786-780DBA825F5C}" srcOrd="0" destOrd="0" presId="urn:microsoft.com/office/officeart/2005/8/layout/vList2"/>
    <dgm:cxn modelId="{48A5894E-1A69-EF40-B49C-AC09AE46D4A1}" type="presParOf" srcId="{99EB85B0-2B2B-9745-B786-780DBA825F5C}" destId="{3C58727B-EBDB-414E-BDD1-4A0902FCEA58}" srcOrd="0" destOrd="0" presId="urn:microsoft.com/office/officeart/2005/8/layout/vList2"/>
    <dgm:cxn modelId="{BDE532D2-E60C-004C-9581-A509B13B8A8F}" type="presParOf" srcId="{99EB85B0-2B2B-9745-B786-780DBA825F5C}" destId="{A9544767-2B5A-D340-9BB5-3BCB6FA65653}" srcOrd="1" destOrd="0" presId="urn:microsoft.com/office/officeart/2005/8/layout/vList2"/>
    <dgm:cxn modelId="{E89DBCFE-C501-8B49-B8B4-35760A780F82}" type="presParOf" srcId="{99EB85B0-2B2B-9745-B786-780DBA825F5C}" destId="{5D2B00E6-665B-784D-9988-65DC55C5098C}" srcOrd="2" destOrd="0" presId="urn:microsoft.com/office/officeart/2005/8/layout/vList2"/>
    <dgm:cxn modelId="{DD13BCBA-85F2-6344-B96F-22C07783E9D6}" type="presParOf" srcId="{99EB85B0-2B2B-9745-B786-780DBA825F5C}" destId="{3D361445-2A79-E748-875B-AD116E38370D}" srcOrd="3" destOrd="0" presId="urn:microsoft.com/office/officeart/2005/8/layout/vList2"/>
    <dgm:cxn modelId="{009B3805-11BC-5A4F-84CF-0704853D9342}" type="presParOf" srcId="{99EB85B0-2B2B-9745-B786-780DBA825F5C}" destId="{69D90CFD-6CC1-A748-8240-FED919953D4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34338A-1FD2-4301-A917-08CF8A050EB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8A22575-7711-4474-AF52-F8C20A57DBBD}">
      <dgm:prSet/>
      <dgm:spPr/>
      <dgm:t>
        <a:bodyPr/>
        <a:lstStyle/>
        <a:p>
          <a:r>
            <a:rPr lang="en-US"/>
            <a:t>Gradient Boosting provided the most accurate predictions</a:t>
          </a:r>
        </a:p>
      </dgm:t>
    </dgm:pt>
    <dgm:pt modelId="{8EDBC80C-33DD-4758-B08B-66ECC779B1C8}" type="parTrans" cxnId="{86BAB646-FF9A-4E7D-B6C2-BD405014F9DE}">
      <dgm:prSet/>
      <dgm:spPr/>
      <dgm:t>
        <a:bodyPr/>
        <a:lstStyle/>
        <a:p>
          <a:endParaRPr lang="en-US"/>
        </a:p>
      </dgm:t>
    </dgm:pt>
    <dgm:pt modelId="{148ED148-D6C3-4DAD-925A-005C819D910C}" type="sibTrans" cxnId="{86BAB646-FF9A-4E7D-B6C2-BD405014F9DE}">
      <dgm:prSet/>
      <dgm:spPr/>
      <dgm:t>
        <a:bodyPr/>
        <a:lstStyle/>
        <a:p>
          <a:endParaRPr lang="en-US"/>
        </a:p>
      </dgm:t>
    </dgm:pt>
    <dgm:pt modelId="{98A6DD2C-1B5C-46D4-AA6E-0CBDAEF50B03}">
      <dgm:prSet/>
      <dgm:spPr/>
      <dgm:t>
        <a:bodyPr/>
        <a:lstStyle/>
        <a:p>
          <a:r>
            <a:rPr lang="en-US"/>
            <a:t>Smartphone specs strongly influence pricing patterns</a:t>
          </a:r>
        </a:p>
      </dgm:t>
    </dgm:pt>
    <dgm:pt modelId="{45E50389-96AA-4C49-9986-255BE91A869B}" type="parTrans" cxnId="{DE9F15F0-11B7-4BD2-95D0-07696F89D94D}">
      <dgm:prSet/>
      <dgm:spPr/>
      <dgm:t>
        <a:bodyPr/>
        <a:lstStyle/>
        <a:p>
          <a:endParaRPr lang="en-US"/>
        </a:p>
      </dgm:t>
    </dgm:pt>
    <dgm:pt modelId="{32F585C2-375C-41C2-90A1-499FEB286A35}" type="sibTrans" cxnId="{DE9F15F0-11B7-4BD2-95D0-07696F89D94D}">
      <dgm:prSet/>
      <dgm:spPr/>
      <dgm:t>
        <a:bodyPr/>
        <a:lstStyle/>
        <a:p>
          <a:endParaRPr lang="en-US"/>
        </a:p>
      </dgm:t>
    </dgm:pt>
    <dgm:pt modelId="{85CB078E-EA5E-4172-B952-4B209EF047FB}">
      <dgm:prSet/>
      <dgm:spPr/>
      <dgm:t>
        <a:bodyPr/>
        <a:lstStyle/>
        <a:p>
          <a:r>
            <a:rPr lang="en-US"/>
            <a:t>Machine Learning can effectively support pricing decisions</a:t>
          </a:r>
        </a:p>
      </dgm:t>
    </dgm:pt>
    <dgm:pt modelId="{E2E2B777-113C-4C1C-B892-974F3F347C3C}" type="parTrans" cxnId="{58723A76-A316-4C45-866F-C2338B3F0C1B}">
      <dgm:prSet/>
      <dgm:spPr/>
      <dgm:t>
        <a:bodyPr/>
        <a:lstStyle/>
        <a:p>
          <a:endParaRPr lang="en-US"/>
        </a:p>
      </dgm:t>
    </dgm:pt>
    <dgm:pt modelId="{C0BE6D08-3DF4-41A4-A267-33F75F628ACD}" type="sibTrans" cxnId="{58723A76-A316-4C45-866F-C2338B3F0C1B}">
      <dgm:prSet/>
      <dgm:spPr/>
      <dgm:t>
        <a:bodyPr/>
        <a:lstStyle/>
        <a:p>
          <a:endParaRPr lang="en-US"/>
        </a:p>
      </dgm:t>
    </dgm:pt>
    <dgm:pt modelId="{207ABDBA-AF31-4C08-B4EC-1032F510222C}" type="pres">
      <dgm:prSet presAssocID="{8934338A-1FD2-4301-A917-08CF8A050EBA}" presName="root" presStyleCnt="0">
        <dgm:presLayoutVars>
          <dgm:dir/>
          <dgm:resizeHandles val="exact"/>
        </dgm:presLayoutVars>
      </dgm:prSet>
      <dgm:spPr/>
    </dgm:pt>
    <dgm:pt modelId="{DB44DE54-F984-449E-B925-C9C17B43C201}" type="pres">
      <dgm:prSet presAssocID="{68A22575-7711-4474-AF52-F8C20A57DBBD}" presName="compNode" presStyleCnt="0"/>
      <dgm:spPr/>
    </dgm:pt>
    <dgm:pt modelId="{2AAB2CE0-6B2D-40EB-88CD-D8AA9C62527D}" type="pres">
      <dgm:prSet presAssocID="{68A22575-7711-4474-AF52-F8C20A57DB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BF9E58-79F9-4D79-B191-3E4BE9A0D01C}" type="pres">
      <dgm:prSet presAssocID="{68A22575-7711-4474-AF52-F8C20A57DBBD}" presName="spaceRect" presStyleCnt="0"/>
      <dgm:spPr/>
    </dgm:pt>
    <dgm:pt modelId="{94B1E3F2-7E09-487E-9F01-8679EBD5F1E7}" type="pres">
      <dgm:prSet presAssocID="{68A22575-7711-4474-AF52-F8C20A57DBBD}" presName="textRect" presStyleLbl="revTx" presStyleIdx="0" presStyleCnt="3">
        <dgm:presLayoutVars>
          <dgm:chMax val="1"/>
          <dgm:chPref val="1"/>
        </dgm:presLayoutVars>
      </dgm:prSet>
      <dgm:spPr/>
    </dgm:pt>
    <dgm:pt modelId="{D297CCCE-454C-49B1-8BC1-F065E4120D0D}" type="pres">
      <dgm:prSet presAssocID="{148ED148-D6C3-4DAD-925A-005C819D910C}" presName="sibTrans" presStyleCnt="0"/>
      <dgm:spPr/>
    </dgm:pt>
    <dgm:pt modelId="{5E96A777-FF72-4682-BBE8-695D9D1763F2}" type="pres">
      <dgm:prSet presAssocID="{98A6DD2C-1B5C-46D4-AA6E-0CBDAEF50B03}" presName="compNode" presStyleCnt="0"/>
      <dgm:spPr/>
    </dgm:pt>
    <dgm:pt modelId="{B6E491EF-8696-4F0D-9F5F-3BB5AA4DEA2D}" type="pres">
      <dgm:prSet presAssocID="{98A6DD2C-1B5C-46D4-AA6E-0CBDAEF50B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505B308-5271-433E-9A1E-D4B7C3D67886}" type="pres">
      <dgm:prSet presAssocID="{98A6DD2C-1B5C-46D4-AA6E-0CBDAEF50B03}" presName="spaceRect" presStyleCnt="0"/>
      <dgm:spPr/>
    </dgm:pt>
    <dgm:pt modelId="{D9075F77-3AF6-4BE3-B972-09996D882EA6}" type="pres">
      <dgm:prSet presAssocID="{98A6DD2C-1B5C-46D4-AA6E-0CBDAEF50B03}" presName="textRect" presStyleLbl="revTx" presStyleIdx="1" presStyleCnt="3">
        <dgm:presLayoutVars>
          <dgm:chMax val="1"/>
          <dgm:chPref val="1"/>
        </dgm:presLayoutVars>
      </dgm:prSet>
      <dgm:spPr/>
    </dgm:pt>
    <dgm:pt modelId="{BD588584-405B-4007-8B0B-C5F37A2FD249}" type="pres">
      <dgm:prSet presAssocID="{32F585C2-375C-41C2-90A1-499FEB286A35}" presName="sibTrans" presStyleCnt="0"/>
      <dgm:spPr/>
    </dgm:pt>
    <dgm:pt modelId="{BCFFB7D2-7943-4CAD-9A35-54F5967B6487}" type="pres">
      <dgm:prSet presAssocID="{85CB078E-EA5E-4172-B952-4B209EF047FB}" presName="compNode" presStyleCnt="0"/>
      <dgm:spPr/>
    </dgm:pt>
    <dgm:pt modelId="{D2FD49BE-5D39-40A2-9CD9-52D824B0986B}" type="pres">
      <dgm:prSet presAssocID="{85CB078E-EA5E-4172-B952-4B209EF047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2B71D7D-C5C7-4103-BFE3-EF5ED4F2F982}" type="pres">
      <dgm:prSet presAssocID="{85CB078E-EA5E-4172-B952-4B209EF047FB}" presName="spaceRect" presStyleCnt="0"/>
      <dgm:spPr/>
    </dgm:pt>
    <dgm:pt modelId="{0478A47D-764E-4388-AF4F-C8342F60117D}" type="pres">
      <dgm:prSet presAssocID="{85CB078E-EA5E-4172-B952-4B209EF047F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6BAB646-FF9A-4E7D-B6C2-BD405014F9DE}" srcId="{8934338A-1FD2-4301-A917-08CF8A050EBA}" destId="{68A22575-7711-4474-AF52-F8C20A57DBBD}" srcOrd="0" destOrd="0" parTransId="{8EDBC80C-33DD-4758-B08B-66ECC779B1C8}" sibTransId="{148ED148-D6C3-4DAD-925A-005C819D910C}"/>
    <dgm:cxn modelId="{CD05DA73-AB34-4B9B-9E01-795FF14E7954}" type="presOf" srcId="{98A6DD2C-1B5C-46D4-AA6E-0CBDAEF50B03}" destId="{D9075F77-3AF6-4BE3-B972-09996D882EA6}" srcOrd="0" destOrd="0" presId="urn:microsoft.com/office/officeart/2018/2/layout/IconLabelList"/>
    <dgm:cxn modelId="{58723A76-A316-4C45-866F-C2338B3F0C1B}" srcId="{8934338A-1FD2-4301-A917-08CF8A050EBA}" destId="{85CB078E-EA5E-4172-B952-4B209EF047FB}" srcOrd="2" destOrd="0" parTransId="{E2E2B777-113C-4C1C-B892-974F3F347C3C}" sibTransId="{C0BE6D08-3DF4-41A4-A267-33F75F628ACD}"/>
    <dgm:cxn modelId="{15F1F277-3A49-483D-85DC-9F9CFEBAB287}" type="presOf" srcId="{68A22575-7711-4474-AF52-F8C20A57DBBD}" destId="{94B1E3F2-7E09-487E-9F01-8679EBD5F1E7}" srcOrd="0" destOrd="0" presId="urn:microsoft.com/office/officeart/2018/2/layout/IconLabelList"/>
    <dgm:cxn modelId="{9E6FE2AC-BE0A-4763-9624-DB382DB233F9}" type="presOf" srcId="{85CB078E-EA5E-4172-B952-4B209EF047FB}" destId="{0478A47D-764E-4388-AF4F-C8342F60117D}" srcOrd="0" destOrd="0" presId="urn:microsoft.com/office/officeart/2018/2/layout/IconLabelList"/>
    <dgm:cxn modelId="{3BCA54CE-F86B-49DC-A958-991489F31B7A}" type="presOf" srcId="{8934338A-1FD2-4301-A917-08CF8A050EBA}" destId="{207ABDBA-AF31-4C08-B4EC-1032F510222C}" srcOrd="0" destOrd="0" presId="urn:microsoft.com/office/officeart/2018/2/layout/IconLabelList"/>
    <dgm:cxn modelId="{DE9F15F0-11B7-4BD2-95D0-07696F89D94D}" srcId="{8934338A-1FD2-4301-A917-08CF8A050EBA}" destId="{98A6DD2C-1B5C-46D4-AA6E-0CBDAEF50B03}" srcOrd="1" destOrd="0" parTransId="{45E50389-96AA-4C49-9986-255BE91A869B}" sibTransId="{32F585C2-375C-41C2-90A1-499FEB286A35}"/>
    <dgm:cxn modelId="{237E3AF7-67DE-4EA5-B40B-9A78E1512408}" type="presParOf" srcId="{207ABDBA-AF31-4C08-B4EC-1032F510222C}" destId="{DB44DE54-F984-449E-B925-C9C17B43C201}" srcOrd="0" destOrd="0" presId="urn:microsoft.com/office/officeart/2018/2/layout/IconLabelList"/>
    <dgm:cxn modelId="{AA9C7BE9-6533-4E23-ADAF-D1D1A894451B}" type="presParOf" srcId="{DB44DE54-F984-449E-B925-C9C17B43C201}" destId="{2AAB2CE0-6B2D-40EB-88CD-D8AA9C62527D}" srcOrd="0" destOrd="0" presId="urn:microsoft.com/office/officeart/2018/2/layout/IconLabelList"/>
    <dgm:cxn modelId="{70269FA9-C042-498D-85F0-A1336F437A07}" type="presParOf" srcId="{DB44DE54-F984-449E-B925-C9C17B43C201}" destId="{50BF9E58-79F9-4D79-B191-3E4BE9A0D01C}" srcOrd="1" destOrd="0" presId="urn:microsoft.com/office/officeart/2018/2/layout/IconLabelList"/>
    <dgm:cxn modelId="{AF670211-3E94-4684-BAC6-1DCD66247F13}" type="presParOf" srcId="{DB44DE54-F984-449E-B925-C9C17B43C201}" destId="{94B1E3F2-7E09-487E-9F01-8679EBD5F1E7}" srcOrd="2" destOrd="0" presId="urn:microsoft.com/office/officeart/2018/2/layout/IconLabelList"/>
    <dgm:cxn modelId="{CC8457A3-2183-4851-B0CA-0FA8DBB5314D}" type="presParOf" srcId="{207ABDBA-AF31-4C08-B4EC-1032F510222C}" destId="{D297CCCE-454C-49B1-8BC1-F065E4120D0D}" srcOrd="1" destOrd="0" presId="urn:microsoft.com/office/officeart/2018/2/layout/IconLabelList"/>
    <dgm:cxn modelId="{D776475F-AEDE-42FD-B5BE-94E435203A1C}" type="presParOf" srcId="{207ABDBA-AF31-4C08-B4EC-1032F510222C}" destId="{5E96A777-FF72-4682-BBE8-695D9D1763F2}" srcOrd="2" destOrd="0" presId="urn:microsoft.com/office/officeart/2018/2/layout/IconLabelList"/>
    <dgm:cxn modelId="{2C6BD0F9-E9A3-4705-9737-5889A6D2E2C5}" type="presParOf" srcId="{5E96A777-FF72-4682-BBE8-695D9D1763F2}" destId="{B6E491EF-8696-4F0D-9F5F-3BB5AA4DEA2D}" srcOrd="0" destOrd="0" presId="urn:microsoft.com/office/officeart/2018/2/layout/IconLabelList"/>
    <dgm:cxn modelId="{2C5B0BAC-F5D8-420E-A683-99DB121CEBEC}" type="presParOf" srcId="{5E96A777-FF72-4682-BBE8-695D9D1763F2}" destId="{1505B308-5271-433E-9A1E-D4B7C3D67886}" srcOrd="1" destOrd="0" presId="urn:microsoft.com/office/officeart/2018/2/layout/IconLabelList"/>
    <dgm:cxn modelId="{E27EC69F-361E-4F68-B56E-2F2C7FB78CAA}" type="presParOf" srcId="{5E96A777-FF72-4682-BBE8-695D9D1763F2}" destId="{D9075F77-3AF6-4BE3-B972-09996D882EA6}" srcOrd="2" destOrd="0" presId="urn:microsoft.com/office/officeart/2018/2/layout/IconLabelList"/>
    <dgm:cxn modelId="{492825E4-B2AA-4AC9-B359-DF26A925953C}" type="presParOf" srcId="{207ABDBA-AF31-4C08-B4EC-1032F510222C}" destId="{BD588584-405B-4007-8B0B-C5F37A2FD249}" srcOrd="3" destOrd="0" presId="urn:microsoft.com/office/officeart/2018/2/layout/IconLabelList"/>
    <dgm:cxn modelId="{12BBE61E-C8BE-4B5B-B50A-0FE3E812B4F9}" type="presParOf" srcId="{207ABDBA-AF31-4C08-B4EC-1032F510222C}" destId="{BCFFB7D2-7943-4CAD-9A35-54F5967B6487}" srcOrd="4" destOrd="0" presId="urn:microsoft.com/office/officeart/2018/2/layout/IconLabelList"/>
    <dgm:cxn modelId="{953849D9-D01B-4BC4-96CD-77F3EA413E3E}" type="presParOf" srcId="{BCFFB7D2-7943-4CAD-9A35-54F5967B6487}" destId="{D2FD49BE-5D39-40A2-9CD9-52D824B0986B}" srcOrd="0" destOrd="0" presId="urn:microsoft.com/office/officeart/2018/2/layout/IconLabelList"/>
    <dgm:cxn modelId="{371A07DD-B7AB-427F-B02A-EE26AA8B1ABD}" type="presParOf" srcId="{BCFFB7D2-7943-4CAD-9A35-54F5967B6487}" destId="{22B71D7D-C5C7-4103-BFE3-EF5ED4F2F982}" srcOrd="1" destOrd="0" presId="urn:microsoft.com/office/officeart/2018/2/layout/IconLabelList"/>
    <dgm:cxn modelId="{DAFEC7C5-7FEE-492C-9436-2E5F1E0FA546}" type="presParOf" srcId="{BCFFB7D2-7943-4CAD-9A35-54F5967B6487}" destId="{0478A47D-764E-4388-AF4F-C8342F6011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40A66A-2732-4199-ABB0-6C11E7A2039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D79EFC-104B-4181-BD62-2F7BAD33997D}">
      <dgm:prSet/>
      <dgm:spPr/>
      <dgm:t>
        <a:bodyPr/>
        <a:lstStyle/>
        <a:p>
          <a:r>
            <a:rPr lang="en-US"/>
            <a:t>Group rare smartphone brands to avoid noise and overfitting.</a:t>
          </a:r>
        </a:p>
      </dgm:t>
    </dgm:pt>
    <dgm:pt modelId="{A9FDEF68-F549-4582-84CD-38E1E1E8E3CD}" type="parTrans" cxnId="{2F1055D6-CC43-4E27-B6E7-4B0EC3139AE2}">
      <dgm:prSet/>
      <dgm:spPr/>
      <dgm:t>
        <a:bodyPr/>
        <a:lstStyle/>
        <a:p>
          <a:endParaRPr lang="en-US"/>
        </a:p>
      </dgm:t>
    </dgm:pt>
    <dgm:pt modelId="{F4F251F3-9C57-45B7-B046-F38000CA7169}" type="sibTrans" cxnId="{2F1055D6-CC43-4E27-B6E7-4B0EC3139AE2}">
      <dgm:prSet/>
      <dgm:spPr/>
      <dgm:t>
        <a:bodyPr/>
        <a:lstStyle/>
        <a:p>
          <a:endParaRPr lang="en-US"/>
        </a:p>
      </dgm:t>
    </dgm:pt>
    <dgm:pt modelId="{6C558FBA-A87F-44FF-A4C2-6BFEBBCA5718}">
      <dgm:prSet/>
      <dgm:spPr/>
      <dgm:t>
        <a:bodyPr/>
        <a:lstStyle/>
        <a:p>
          <a:r>
            <a:rPr lang="en-US"/>
            <a:t>Try different advanced models to improve performance.</a:t>
          </a:r>
        </a:p>
      </dgm:t>
    </dgm:pt>
    <dgm:pt modelId="{B89B1255-B7BB-4BE4-845F-2963749202C0}" type="parTrans" cxnId="{737E1B66-EEB0-4936-B3D3-8BBCCCFDCDF4}">
      <dgm:prSet/>
      <dgm:spPr/>
      <dgm:t>
        <a:bodyPr/>
        <a:lstStyle/>
        <a:p>
          <a:endParaRPr lang="en-US"/>
        </a:p>
      </dgm:t>
    </dgm:pt>
    <dgm:pt modelId="{09450BCF-2F71-43FE-9829-A50F18890CD8}" type="sibTrans" cxnId="{737E1B66-EEB0-4936-B3D3-8BBCCCFDCDF4}">
      <dgm:prSet/>
      <dgm:spPr/>
      <dgm:t>
        <a:bodyPr/>
        <a:lstStyle/>
        <a:p>
          <a:endParaRPr lang="en-US"/>
        </a:p>
      </dgm:t>
    </dgm:pt>
    <dgm:pt modelId="{DAB061DC-EED7-9D43-88F7-9714E98B2AE4}" type="pres">
      <dgm:prSet presAssocID="{F840A66A-2732-4199-ABB0-6C11E7A2039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9DFBE2-E607-2442-AA26-79CA90FEC7C9}" type="pres">
      <dgm:prSet presAssocID="{ECD79EFC-104B-4181-BD62-2F7BAD33997D}" presName="hierRoot1" presStyleCnt="0"/>
      <dgm:spPr/>
    </dgm:pt>
    <dgm:pt modelId="{077FD0B2-9761-CB47-B31B-162E3C56A930}" type="pres">
      <dgm:prSet presAssocID="{ECD79EFC-104B-4181-BD62-2F7BAD33997D}" presName="composite" presStyleCnt="0"/>
      <dgm:spPr/>
    </dgm:pt>
    <dgm:pt modelId="{29645FF6-DEF6-C940-9C69-FE1374230EC3}" type="pres">
      <dgm:prSet presAssocID="{ECD79EFC-104B-4181-BD62-2F7BAD33997D}" presName="background" presStyleLbl="node0" presStyleIdx="0" presStyleCnt="2"/>
      <dgm:spPr/>
    </dgm:pt>
    <dgm:pt modelId="{9E589F33-E644-F046-B4E5-B28A979BF759}" type="pres">
      <dgm:prSet presAssocID="{ECD79EFC-104B-4181-BD62-2F7BAD33997D}" presName="text" presStyleLbl="fgAcc0" presStyleIdx="0" presStyleCnt="2">
        <dgm:presLayoutVars>
          <dgm:chPref val="3"/>
        </dgm:presLayoutVars>
      </dgm:prSet>
      <dgm:spPr/>
    </dgm:pt>
    <dgm:pt modelId="{2A089E50-4424-A345-8A3F-210BCD57C097}" type="pres">
      <dgm:prSet presAssocID="{ECD79EFC-104B-4181-BD62-2F7BAD33997D}" presName="hierChild2" presStyleCnt="0"/>
      <dgm:spPr/>
    </dgm:pt>
    <dgm:pt modelId="{C9A6FEF1-9CDA-994A-A3F1-B6C6B690CFE8}" type="pres">
      <dgm:prSet presAssocID="{6C558FBA-A87F-44FF-A4C2-6BFEBBCA5718}" presName="hierRoot1" presStyleCnt="0"/>
      <dgm:spPr/>
    </dgm:pt>
    <dgm:pt modelId="{658E9B4C-41F2-9A4A-925B-5E25B1762FFA}" type="pres">
      <dgm:prSet presAssocID="{6C558FBA-A87F-44FF-A4C2-6BFEBBCA5718}" presName="composite" presStyleCnt="0"/>
      <dgm:spPr/>
    </dgm:pt>
    <dgm:pt modelId="{F54774DB-D0F1-994C-BC9B-3CC2CFFEC2AA}" type="pres">
      <dgm:prSet presAssocID="{6C558FBA-A87F-44FF-A4C2-6BFEBBCA5718}" presName="background" presStyleLbl="node0" presStyleIdx="1" presStyleCnt="2"/>
      <dgm:spPr/>
    </dgm:pt>
    <dgm:pt modelId="{2D07EC51-D3BE-434C-AD86-6D2C1CC7A091}" type="pres">
      <dgm:prSet presAssocID="{6C558FBA-A87F-44FF-A4C2-6BFEBBCA5718}" presName="text" presStyleLbl="fgAcc0" presStyleIdx="1" presStyleCnt="2">
        <dgm:presLayoutVars>
          <dgm:chPref val="3"/>
        </dgm:presLayoutVars>
      </dgm:prSet>
      <dgm:spPr/>
    </dgm:pt>
    <dgm:pt modelId="{C5382F45-49CA-D64E-A2C1-0499BC3D1BB2}" type="pres">
      <dgm:prSet presAssocID="{6C558FBA-A87F-44FF-A4C2-6BFEBBCA5718}" presName="hierChild2" presStyleCnt="0"/>
      <dgm:spPr/>
    </dgm:pt>
  </dgm:ptLst>
  <dgm:cxnLst>
    <dgm:cxn modelId="{6D44B804-CDBA-7545-AD3E-7250B0D8E201}" type="presOf" srcId="{ECD79EFC-104B-4181-BD62-2F7BAD33997D}" destId="{9E589F33-E644-F046-B4E5-B28A979BF759}" srcOrd="0" destOrd="0" presId="urn:microsoft.com/office/officeart/2005/8/layout/hierarchy1"/>
    <dgm:cxn modelId="{92CCB40A-741C-124F-83A4-CC632BE0E69D}" type="presOf" srcId="{6C558FBA-A87F-44FF-A4C2-6BFEBBCA5718}" destId="{2D07EC51-D3BE-434C-AD86-6D2C1CC7A091}" srcOrd="0" destOrd="0" presId="urn:microsoft.com/office/officeart/2005/8/layout/hierarchy1"/>
    <dgm:cxn modelId="{737E1B66-EEB0-4936-B3D3-8BBCCCFDCDF4}" srcId="{F840A66A-2732-4199-ABB0-6C11E7A2039B}" destId="{6C558FBA-A87F-44FF-A4C2-6BFEBBCA5718}" srcOrd="1" destOrd="0" parTransId="{B89B1255-B7BB-4BE4-845F-2963749202C0}" sibTransId="{09450BCF-2F71-43FE-9829-A50F18890CD8}"/>
    <dgm:cxn modelId="{27BDD38E-942C-A74C-B43F-6513D06C1CBF}" type="presOf" srcId="{F840A66A-2732-4199-ABB0-6C11E7A2039B}" destId="{DAB061DC-EED7-9D43-88F7-9714E98B2AE4}" srcOrd="0" destOrd="0" presId="urn:microsoft.com/office/officeart/2005/8/layout/hierarchy1"/>
    <dgm:cxn modelId="{2F1055D6-CC43-4E27-B6E7-4B0EC3139AE2}" srcId="{F840A66A-2732-4199-ABB0-6C11E7A2039B}" destId="{ECD79EFC-104B-4181-BD62-2F7BAD33997D}" srcOrd="0" destOrd="0" parTransId="{A9FDEF68-F549-4582-84CD-38E1E1E8E3CD}" sibTransId="{F4F251F3-9C57-45B7-B046-F38000CA7169}"/>
    <dgm:cxn modelId="{6131E0E7-0263-DC4B-A3C7-FD2B79F32414}" type="presParOf" srcId="{DAB061DC-EED7-9D43-88F7-9714E98B2AE4}" destId="{F29DFBE2-E607-2442-AA26-79CA90FEC7C9}" srcOrd="0" destOrd="0" presId="urn:microsoft.com/office/officeart/2005/8/layout/hierarchy1"/>
    <dgm:cxn modelId="{1E2F969E-E3BD-3F43-A3A6-6021D193A852}" type="presParOf" srcId="{F29DFBE2-E607-2442-AA26-79CA90FEC7C9}" destId="{077FD0B2-9761-CB47-B31B-162E3C56A930}" srcOrd="0" destOrd="0" presId="urn:microsoft.com/office/officeart/2005/8/layout/hierarchy1"/>
    <dgm:cxn modelId="{ABD61D35-2D04-F940-8FDF-2C40502E3614}" type="presParOf" srcId="{077FD0B2-9761-CB47-B31B-162E3C56A930}" destId="{29645FF6-DEF6-C940-9C69-FE1374230EC3}" srcOrd="0" destOrd="0" presId="urn:microsoft.com/office/officeart/2005/8/layout/hierarchy1"/>
    <dgm:cxn modelId="{4A7B3A7C-1174-4D46-A701-A05F7411E733}" type="presParOf" srcId="{077FD0B2-9761-CB47-B31B-162E3C56A930}" destId="{9E589F33-E644-F046-B4E5-B28A979BF759}" srcOrd="1" destOrd="0" presId="urn:microsoft.com/office/officeart/2005/8/layout/hierarchy1"/>
    <dgm:cxn modelId="{6E46B68D-3BE2-DD48-A5D1-25C332EA5F8E}" type="presParOf" srcId="{F29DFBE2-E607-2442-AA26-79CA90FEC7C9}" destId="{2A089E50-4424-A345-8A3F-210BCD57C097}" srcOrd="1" destOrd="0" presId="urn:microsoft.com/office/officeart/2005/8/layout/hierarchy1"/>
    <dgm:cxn modelId="{8747A6E1-DAD8-D74B-A2A5-174360ABF630}" type="presParOf" srcId="{DAB061DC-EED7-9D43-88F7-9714E98B2AE4}" destId="{C9A6FEF1-9CDA-994A-A3F1-B6C6B690CFE8}" srcOrd="1" destOrd="0" presId="urn:microsoft.com/office/officeart/2005/8/layout/hierarchy1"/>
    <dgm:cxn modelId="{F248BC36-2CD0-DB40-825F-2EEC1BC7D01F}" type="presParOf" srcId="{C9A6FEF1-9CDA-994A-A3F1-B6C6B690CFE8}" destId="{658E9B4C-41F2-9A4A-925B-5E25B1762FFA}" srcOrd="0" destOrd="0" presId="urn:microsoft.com/office/officeart/2005/8/layout/hierarchy1"/>
    <dgm:cxn modelId="{C19B41BE-8F5D-E149-84F8-DE37FB384A4B}" type="presParOf" srcId="{658E9B4C-41F2-9A4A-925B-5E25B1762FFA}" destId="{F54774DB-D0F1-994C-BC9B-3CC2CFFEC2AA}" srcOrd="0" destOrd="0" presId="urn:microsoft.com/office/officeart/2005/8/layout/hierarchy1"/>
    <dgm:cxn modelId="{3CF99053-9FC9-0A47-B290-A4A9ECD7FE49}" type="presParOf" srcId="{658E9B4C-41F2-9A4A-925B-5E25B1762FFA}" destId="{2D07EC51-D3BE-434C-AD86-6D2C1CC7A091}" srcOrd="1" destOrd="0" presId="urn:microsoft.com/office/officeart/2005/8/layout/hierarchy1"/>
    <dgm:cxn modelId="{B6C2A185-0FCF-7548-BB35-9D99A4456FA7}" type="presParOf" srcId="{C9A6FEF1-9CDA-994A-A3F1-B6C6B690CFE8}" destId="{C5382F45-49CA-D64E-A2C1-0499BC3D1BB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D7ED7F-046E-4FD3-8AEE-AE087408258F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A24C6-8E11-4FF5-BED4-47BADB3319F8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44DD9-FAB7-4DF8-AE1B-601CF7BFEA2C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Perform Data </a:t>
          </a:r>
          <a:r>
            <a:rPr lang="en-US" sz="1900" kern="1200" dirty="0"/>
            <a:t>cleaning and perform EDA to understand key price drivers.</a:t>
          </a:r>
        </a:p>
      </dsp:txBody>
      <dsp:txXfrm>
        <a:off x="1939533" y="717"/>
        <a:ext cx="2786667" cy="1679249"/>
      </dsp:txXfrm>
    </dsp:sp>
    <dsp:sp modelId="{B4553F3E-EB53-415F-B2B5-C2C023067A0F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D218A-4069-43E7-88D0-DF4CEFB46327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63065-C30B-4C6F-A35B-CDC1B487A548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 machine learning models to predict smartphone price.</a:t>
          </a:r>
        </a:p>
      </dsp:txBody>
      <dsp:txXfrm>
        <a:off x="1939533" y="2099779"/>
        <a:ext cx="2786667" cy="1679249"/>
      </dsp:txXfrm>
    </dsp:sp>
    <dsp:sp modelId="{6424B171-CA75-4854-B786-38827980B9B4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D5F14-AC22-4BBD-B571-0A30D22157EF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4F371-68A7-4C8F-93DA-77B58E60125A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Compare multiple models and evaluate performance.</a:t>
          </a:r>
        </a:p>
      </dsp:txBody>
      <dsp:txXfrm>
        <a:off x="1939533" y="4198841"/>
        <a:ext cx="27866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ACA94-E033-1345-B177-7D34A2495B35}">
      <dsp:nvSpPr>
        <dsp:cNvPr id="0" name=""/>
        <dsp:cNvSpPr/>
      </dsp:nvSpPr>
      <dsp:spPr>
        <a:xfrm>
          <a:off x="0" y="5377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Source: Kaggle Smartphone Dataset</a:t>
          </a:r>
        </a:p>
      </dsp:txBody>
      <dsp:txXfrm>
        <a:off x="67966" y="605676"/>
        <a:ext cx="4864192" cy="1256367"/>
      </dsp:txXfrm>
    </dsp:sp>
    <dsp:sp modelId="{926212EF-79DA-4B40-929C-AC6E22E03221}">
      <dsp:nvSpPr>
        <dsp:cNvPr id="0" name=""/>
        <dsp:cNvSpPr/>
      </dsp:nvSpPr>
      <dsp:spPr>
        <a:xfrm>
          <a:off x="0" y="20308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980 rows, 22 features</a:t>
          </a:r>
        </a:p>
      </dsp:txBody>
      <dsp:txXfrm>
        <a:off x="67966" y="2098776"/>
        <a:ext cx="4864192" cy="1256367"/>
      </dsp:txXfrm>
    </dsp:sp>
    <dsp:sp modelId="{0F6930EB-95FA-B349-B571-5F3E5257159D}">
      <dsp:nvSpPr>
        <dsp:cNvPr id="0" name=""/>
        <dsp:cNvSpPr/>
      </dsp:nvSpPr>
      <dsp:spPr>
        <a:xfrm>
          <a:off x="0" y="35239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Mix of 18 numerical and 4 categorical features</a:t>
          </a:r>
        </a:p>
      </dsp:txBody>
      <dsp:txXfrm>
        <a:off x="67966" y="3591876"/>
        <a:ext cx="4864192" cy="12563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BB280-F038-4848-8654-4FAD9BE90147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80AAC-BBFF-3C4B-8E73-0354B06A822B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Handled missing values using imputation techniques</a:t>
          </a:r>
        </a:p>
      </dsp:txBody>
      <dsp:txXfrm>
        <a:off x="298991" y="1277365"/>
        <a:ext cx="2219346" cy="1377989"/>
      </dsp:txXfrm>
    </dsp:sp>
    <dsp:sp modelId="{78454BB1-B61E-0A4A-8052-DCF53D820220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0E642-CD06-A045-AEE7-FBFFD1A5267A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Converted text-based numbers into numeric format</a:t>
          </a:r>
        </a:p>
      </dsp:txBody>
      <dsp:txXfrm>
        <a:off x="3116322" y="1277365"/>
        <a:ext cx="2219346" cy="1377989"/>
      </dsp:txXfrm>
    </dsp:sp>
    <dsp:sp modelId="{CFE5CE46-1A7B-B141-86F6-FA223846B2D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0FFAD-E537-D54F-BC63-2189B9DBE462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Removed rows with missing target features and handled outliers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8727B-EBDB-414E-BDD1-4A0902FCEA58}">
      <dsp:nvSpPr>
        <dsp:cNvPr id="0" name=""/>
        <dsp:cNvSpPr/>
      </dsp:nvSpPr>
      <dsp:spPr>
        <a:xfrm>
          <a:off x="0" y="335676"/>
          <a:ext cx="4726201" cy="167821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Train/Test Split: 80% Training, 20% Testing</a:t>
          </a:r>
        </a:p>
      </dsp:txBody>
      <dsp:txXfrm>
        <a:off x="81924" y="417600"/>
        <a:ext cx="4562353" cy="1514370"/>
      </dsp:txXfrm>
    </dsp:sp>
    <dsp:sp modelId="{5D2B00E6-665B-784D-9988-65DC55C5098C}">
      <dsp:nvSpPr>
        <dsp:cNvPr id="0" name=""/>
        <dsp:cNvSpPr/>
      </dsp:nvSpPr>
      <dsp:spPr>
        <a:xfrm>
          <a:off x="0" y="2100295"/>
          <a:ext cx="4726201" cy="1678218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Preprocessing using ColumnTransformer</a:t>
          </a:r>
        </a:p>
      </dsp:txBody>
      <dsp:txXfrm>
        <a:off x="81924" y="2182219"/>
        <a:ext cx="4562353" cy="1514370"/>
      </dsp:txXfrm>
    </dsp:sp>
    <dsp:sp modelId="{69D90CFD-6CC1-A748-8240-FED919953D42}">
      <dsp:nvSpPr>
        <dsp:cNvPr id="0" name=""/>
        <dsp:cNvSpPr/>
      </dsp:nvSpPr>
      <dsp:spPr>
        <a:xfrm>
          <a:off x="0" y="3864913"/>
          <a:ext cx="4726201" cy="1678218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Scaling numeric features, One-Hot Encoding categorical features</a:t>
          </a:r>
        </a:p>
      </dsp:txBody>
      <dsp:txXfrm>
        <a:off x="81924" y="3946837"/>
        <a:ext cx="4562353" cy="15143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B2CE0-6B2D-40EB-88CD-D8AA9C62527D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1E3F2-7E09-487E-9F01-8679EBD5F1E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Gradient Boosting provided the most accurate predictions</a:t>
          </a:r>
        </a:p>
      </dsp:txBody>
      <dsp:txXfrm>
        <a:off x="78583" y="2435142"/>
        <a:ext cx="2399612" cy="720000"/>
      </dsp:txXfrm>
    </dsp:sp>
    <dsp:sp modelId="{B6E491EF-8696-4F0D-9F5F-3BB5AA4DEA2D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75F77-3AF6-4BE3-B972-09996D882EA6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Smartphone specs strongly influence pricing patterns</a:t>
          </a:r>
        </a:p>
      </dsp:txBody>
      <dsp:txXfrm>
        <a:off x="2898129" y="2435142"/>
        <a:ext cx="2399612" cy="720000"/>
      </dsp:txXfrm>
    </dsp:sp>
    <dsp:sp modelId="{D2FD49BE-5D39-40A2-9CD9-52D824B0986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8A47D-764E-4388-AF4F-C8342F60117D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Machine Learning can effectively support pricing decisions</a:t>
          </a:r>
        </a:p>
      </dsp:txBody>
      <dsp:txXfrm>
        <a:off x="5717674" y="2435142"/>
        <a:ext cx="239961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45FF6-DEF6-C940-9C69-FE1374230EC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89F33-E644-F046-B4E5-B28A979BF75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Group rare smartphone brands to avoid noise and overfitting.</a:t>
          </a:r>
        </a:p>
      </dsp:txBody>
      <dsp:txXfrm>
        <a:off x="456496" y="980400"/>
        <a:ext cx="3381034" cy="2099279"/>
      </dsp:txXfrm>
    </dsp:sp>
    <dsp:sp modelId="{F54774DB-D0F1-994C-BC9B-3CC2CFFEC2AA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7EC51-D3BE-434C-AD86-6D2C1CC7A091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Try different advanced models to improve performance.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E134B-9966-D943-9F5B-2DB1602A9D89}" type="datetimeFigureOut">
              <a:rPr lang="en-VN" smtClean="0"/>
              <a:t>06/11/2025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985B2-6881-7042-A1BE-26BFA1443C1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89081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8985B2-6881-7042-A1BE-26BFA1443C12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71722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8985B2-6881-7042-A1BE-26BFA1443C12}" type="slidenum">
              <a:rPr lang="en-VN" smtClean="0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9876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2354-6551-B5E8-FD5A-CAB305FA8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C764F-2E47-26C4-A4A5-7D24A5B82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CD3E8-EB7C-E6DB-C3B0-8E6BC463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79D5A-EF3A-F6DC-0B08-B9774DA1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6DEC6-12A6-B9DD-1B97-42570D22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5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AC76-E591-2158-248A-2FCE0A64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6D890-F32C-3AFE-0E84-17DFB879D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2AADF-9FE6-E1DC-D8B5-A56293F7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B3120-BDEE-2252-3099-057B46B8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E7AA3-E852-BB5C-A2D3-B6503CA8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5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6BF6-E63C-1B21-ED13-781905E2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A84E5-17AC-EE60-F41C-473535EE2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AB630-D419-4E2D-F305-EF671A9C6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51376-DD3E-42CF-CE10-240A651B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8E9A3-E838-444C-2EF5-5F96A5AF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9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92B8-0140-D8A0-40DE-24B08711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CFFB1-2F3B-6A59-C8EE-79600077D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27DC4-A739-39B9-C6C9-0F349E034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3F013-0B51-C550-FC08-6F533B95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C2BBC-562C-B3C9-AF78-7AA7666B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B51CA-3EB7-4FFA-0F97-28E5B8A2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3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101D-66BF-9581-B366-7B3AA58E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62EB5-1209-F6C1-518A-0202E1AED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7F085-38D6-B2EC-39D5-86B56047E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51463-92E9-4DC2-B399-081D78166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3C489-28D9-23CF-5561-FBE0467F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EBB9D-BD02-1497-F389-81A5741DA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D4F0C-9FD0-4CB1-F436-F51D1FD6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90D7D-EBB7-281C-900C-63F37EFD7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8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903C-70DF-86F4-70A7-A88530A3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AB46A-952B-E078-C3A3-62665CB2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E862F-939D-EBFA-6B19-5D2D4B77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0A40D-056B-DEEA-AFAE-11805B17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4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C5BCD8-7AB3-0B9D-3E4F-F5E7EED7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DC3EA-457E-BE48-FD8E-2199A479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CD937-4CD2-DCBA-4147-3CBC35FB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3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4E44-5D94-84AB-C1C6-DF5AD13A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CB96-2270-5C54-DBF3-97E68A10E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41A3E-A4CF-7F43-9B22-B3D00C7B4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FA074-B26D-4A17-C309-10961DBD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2730B-93F7-982B-8E6A-77C8680E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1EC81-8742-4107-F77D-AD942CC3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3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F743-8649-40B7-8D75-C39311998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E16E6-07A5-0154-0CE4-D7A6A17B6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6E121-D57B-6A76-3979-0365ABE59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8C0EE-F76B-C328-D404-E004078A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AD81E-EAA2-59D0-3BB4-8108F5F0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1995E-F4A0-9A17-3165-514E9D90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3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7964-9AD1-4226-6740-AE77384B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3B7F6-CD3F-B78F-063A-9F2E1DFB0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55702-18B0-9E77-B2FE-E2B03DF8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255C6-5E1E-296A-399E-0241853D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24F0B-CF50-F2F7-4D95-9FF2014B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63BB97-37D3-B371-0FAA-6619BA8DA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A3013-2E1C-BCC7-76F4-B9A440649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EE42B-9177-5621-6CE8-3983AC05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990D6-B6E8-7017-0400-8CC4F361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5E3ED-060D-44BD-168F-FA6F6491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3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04EF4-9CDC-23F9-1753-6BE4136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2A417-E94D-71DC-7EDD-75E8DAFF8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694FC-F13C-20C3-AFA5-B5C8A8FD9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0AAB-0FAF-A9EC-C914-29E983C98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56122-8228-C16C-AC88-D070571CA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2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4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120676"/>
            <a:ext cx="5266135" cy="2308324"/>
          </a:xfrm>
        </p:spPr>
        <p:txBody>
          <a:bodyPr>
            <a:normAutofit/>
          </a:bodyPr>
          <a:lstStyle/>
          <a:p>
            <a:pPr algn="l"/>
            <a:r>
              <a:rPr lang="en-US" sz="4900" dirty="0">
                <a:solidFill>
                  <a:schemeClr val="bg1"/>
                </a:solidFill>
              </a:rPr>
              <a:t>Smartphone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68" y="3809999"/>
            <a:ext cx="5269314" cy="1012778"/>
          </a:xfrm>
        </p:spPr>
        <p:txBody>
          <a:bodyPr>
            <a:normAutofit/>
          </a:bodyPr>
          <a:lstStyle/>
          <a:p>
            <a:pPr algn="l">
              <a:defRPr sz="1800">
                <a:latin typeface="Times New Roman"/>
              </a:defRPr>
            </a:pPr>
            <a:r>
              <a:rPr lang="en-US">
                <a:solidFill>
                  <a:schemeClr val="bg1"/>
                </a:solidFill>
              </a:rPr>
              <a:t>Final Project Presentation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US" sz="3500"/>
              <a:t>Problem Statement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4381" y="1311088"/>
            <a:ext cx="3957637" cy="4327261"/>
          </a:xfrm>
        </p:spPr>
        <p:txBody>
          <a:bodyPr>
            <a:normAutofit/>
          </a:bodyPr>
          <a:lstStyle/>
          <a:p>
            <a:pPr>
              <a:defRPr sz="1800">
                <a:latin typeface="Times New Roman"/>
              </a:defRPr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Smartphone prices vary widely based on brand and specifications.</a:t>
            </a:r>
          </a:p>
          <a:p>
            <a:pPr>
              <a:defRPr sz="1800">
                <a:latin typeface="Times New Roman"/>
              </a:defRPr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Consumers struggle to determine if a phone is priced fairly.</a:t>
            </a:r>
          </a:p>
          <a:p>
            <a:pPr>
              <a:defRPr sz="1800">
                <a:latin typeface="Times New Roman"/>
              </a:defRPr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Goal: Predict smartphone price based on technical specifications.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Objectives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B65B73-3D18-BA87-EF03-44481138E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50769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C275F6-0167-E060-42FF-BEFBA189E4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40146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3"/>
            <a:ext cx="2182538" cy="5576768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Description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6588" y="0"/>
            <a:ext cx="5647404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ECD299-C66C-688F-D905-AE8B7356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943" y="805543"/>
            <a:ext cx="5279571" cy="27636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4006121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73" y="4212709"/>
            <a:ext cx="4204043" cy="2001821"/>
          </a:xfrm>
        </p:spPr>
        <p:txBody>
          <a:bodyPr>
            <a:normAutofit/>
          </a:bodyPr>
          <a:lstStyle/>
          <a:p>
            <a:pPr>
              <a:defRPr sz="1800">
                <a:latin typeface="Times New Roman"/>
              </a:defRPr>
            </a:pPr>
            <a:r>
              <a:rPr lang="en-US" sz="1600" dirty="0"/>
              <a:t>Key features: Brand, OS, RAM, Storage, Battery, Camera, 5G, Processor</a:t>
            </a:r>
          </a:p>
          <a:p>
            <a:pPr>
              <a:defRPr sz="1800">
                <a:latin typeface="Times New Roman"/>
              </a:defRPr>
            </a:pPr>
            <a:r>
              <a:rPr lang="en-US" sz="1600" dirty="0"/>
              <a:t>Target Variable: Price (and engineered </a:t>
            </a:r>
            <a:r>
              <a:rPr lang="en-US" sz="1600" dirty="0" err="1"/>
              <a:t>price_capped</a:t>
            </a:r>
            <a:r>
              <a:rPr lang="en-US" sz="1600" dirty="0"/>
              <a:t>)</a:t>
            </a:r>
          </a:p>
          <a:p>
            <a:pPr marL="0" indent="0">
              <a:buNone/>
              <a:defRPr sz="1800">
                <a:latin typeface="Times New Roman"/>
              </a:defRPr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Data Cleaning &amp; Preprocessing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0DDE4D-3CA7-88FB-4126-ADE89BB8E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24544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7490192A-C2DD-64C4-CAB7-0628D764E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735" y="2315922"/>
            <a:ext cx="3547660" cy="222615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566810"/>
            <a:ext cx="4269715" cy="2651110"/>
          </a:xfrm>
        </p:spPr>
        <p:txBody>
          <a:bodyPr anchor="ctr">
            <a:normAutofit/>
          </a:bodyPr>
          <a:lstStyle/>
          <a:p>
            <a:pPr>
              <a:defRPr sz="1800">
                <a:latin typeface="Times New Roman"/>
              </a:defRPr>
            </a:pPr>
            <a:r>
              <a:rPr lang="en-US" sz="1600" dirty="0">
                <a:solidFill>
                  <a:schemeClr val="tx2"/>
                </a:solidFill>
              </a:rPr>
              <a:t>Examined data distribution and detected outliers</a:t>
            </a:r>
          </a:p>
          <a:p>
            <a:pPr>
              <a:defRPr sz="1800">
                <a:latin typeface="Times New Roman"/>
              </a:defRPr>
            </a:pPr>
            <a:r>
              <a:rPr lang="en-US" sz="1600" dirty="0">
                <a:solidFill>
                  <a:schemeClr val="tx2"/>
                </a:solidFill>
              </a:rPr>
              <a:t>Analyzed correlations between features and price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1616203"/>
          </a:xfrm>
        </p:spPr>
        <p:txBody>
          <a:bodyPr anchor="b">
            <a:normAutofit/>
          </a:bodyPr>
          <a:lstStyle/>
          <a:p>
            <a:r>
              <a:rPr lang="en-US" sz="2800" dirty="0"/>
              <a:t>Correlation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pPr>
              <a:defRPr sz="1800">
                <a:latin typeface="Times New Roman"/>
              </a:defRPr>
            </a:pPr>
            <a:r>
              <a:rPr lang="en-US" sz="1700" dirty="0"/>
              <a:t>Strong correlations with price: RAM, internal memory, processor speed, brand</a:t>
            </a:r>
          </a:p>
          <a:p>
            <a:pPr>
              <a:defRPr sz="1800">
                <a:latin typeface="Times New Roman"/>
              </a:defRPr>
            </a:pPr>
            <a:r>
              <a:rPr lang="en-US" sz="1700" dirty="0"/>
              <a:t>Brand and OS influence price significantly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B26678BE-BCD2-F932-1686-F89B33110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166" y="1621971"/>
            <a:ext cx="4832891" cy="31459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graph of a blue line&#10;&#10;AI-generated content may be incorrect.">
            <a:extLst>
              <a:ext uri="{FF2B5EF4-FFF2-40B4-BE49-F238E27FC236}">
                <a16:creationId xmlns:a16="http://schemas.microsoft.com/office/drawing/2014/main" id="{0089C56F-F353-D84B-64AA-C06FC389A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735" y="2262707"/>
            <a:ext cx="3547660" cy="233258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566810"/>
            <a:ext cx="4269715" cy="2651110"/>
          </a:xfrm>
        </p:spPr>
        <p:txBody>
          <a:bodyPr anchor="ctr">
            <a:normAutofit/>
          </a:bodyPr>
          <a:lstStyle/>
          <a:p>
            <a:pPr>
              <a:defRPr sz="1800">
                <a:latin typeface="Times New Roman"/>
              </a:defRPr>
            </a:pPr>
            <a:r>
              <a:rPr lang="en-US" sz="1600" dirty="0">
                <a:solidFill>
                  <a:schemeClr val="tx2"/>
                </a:solidFill>
              </a:rPr>
              <a:t>Created new features for better prediction results (</a:t>
            </a:r>
            <a:r>
              <a:rPr lang="en-US" sz="1600" dirty="0" err="1">
                <a:solidFill>
                  <a:schemeClr val="tx2"/>
                </a:solidFill>
              </a:rPr>
              <a:t>price_capped</a:t>
            </a:r>
            <a:r>
              <a:rPr lang="en-US" sz="1600" dirty="0">
                <a:solidFill>
                  <a:schemeClr val="tx2"/>
                </a:solidFill>
              </a:rPr>
              <a:t> and </a:t>
            </a:r>
            <a:r>
              <a:rPr lang="en-US" sz="1600" dirty="0" err="1">
                <a:solidFill>
                  <a:schemeClr val="tx2"/>
                </a:solidFill>
              </a:rPr>
              <a:t>battery_capped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</a:p>
          <a:p>
            <a:pPr>
              <a:defRPr sz="1800">
                <a:latin typeface="Times New Roman"/>
              </a:defRPr>
            </a:pPr>
            <a:r>
              <a:rPr lang="en-US" sz="1600" dirty="0">
                <a:solidFill>
                  <a:schemeClr val="tx2"/>
                </a:solidFill>
              </a:rPr>
              <a:t>Applied One-Hot Encoding for categorical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defRPr sz="1800">
                <a:latin typeface="Times New Roman"/>
              </a:defRPr>
            </a:pPr>
            <a:r>
              <a:rPr lang="en-US" sz="1700" dirty="0"/>
              <a:t>Supervised Learning – Regression Task</a:t>
            </a:r>
          </a:p>
          <a:p>
            <a:pPr>
              <a:defRPr sz="1800">
                <a:latin typeface="Times New Roman"/>
              </a:defRPr>
            </a:pPr>
            <a:r>
              <a:rPr lang="en-US" sz="1700" dirty="0"/>
              <a:t>Models used: Ridge Regression, Random Forest, Gradient Boosting</a:t>
            </a:r>
          </a:p>
          <a:p>
            <a:pPr>
              <a:defRPr sz="1800">
                <a:latin typeface="Times New Roman"/>
              </a:defRPr>
            </a:pPr>
            <a:r>
              <a:rPr lang="en-US" sz="1700" dirty="0"/>
              <a:t>Hyperparameter tuning with </a:t>
            </a:r>
            <a:r>
              <a:rPr lang="en-US" sz="1700" dirty="0" err="1"/>
              <a:t>GridSearchCV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Modeling Pipeline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6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451B3-F50D-33A6-44E5-2BB8FD52B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91684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r>
              <a:rPr dirty="0"/>
              <a:t>Model Performance Comparison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EC95B8-BA55-5C39-4346-8951697D1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40030"/>
            <a:ext cx="7981950" cy="160316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84" y="3884452"/>
            <a:ext cx="4292266" cy="2398713"/>
          </a:xfrm>
        </p:spPr>
        <p:txBody>
          <a:bodyPr anchor="ctr">
            <a:normAutofit/>
          </a:bodyPr>
          <a:lstStyle/>
          <a:p>
            <a:pPr>
              <a:defRPr sz="1800">
                <a:latin typeface="Times New Roman"/>
              </a:defRPr>
            </a:pPr>
            <a:r>
              <a:rPr lang="en-US" sz="1700" dirty="0"/>
              <a:t>Gradient Boosting achieved the best results</a:t>
            </a:r>
          </a:p>
          <a:p>
            <a:pPr>
              <a:defRPr sz="1800">
                <a:latin typeface="Times New Roman"/>
              </a:defRPr>
            </a:pPr>
            <a:r>
              <a:rPr lang="en-US" sz="1700" dirty="0"/>
              <a:t>Compared using RMSE, MAE, and R²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6E0C-6118-00B9-5BD5-59D184792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93914"/>
            <a:ext cx="7886700" cy="1325563"/>
          </a:xfrm>
        </p:spPr>
        <p:txBody>
          <a:bodyPr>
            <a:normAutofit/>
          </a:bodyPr>
          <a:lstStyle/>
          <a:p>
            <a:r>
              <a:rPr lang="en-VN" sz="3600" dirty="0"/>
              <a:t>Improve the performance (‘log_price’)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1D3A5A-BA80-F20B-002A-ECE37BD0B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61227"/>
            <a:ext cx="7886700" cy="1467773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EE122D-3F06-B460-B4C0-190F7BBB2C01}"/>
              </a:ext>
            </a:extLst>
          </p:cNvPr>
          <p:cNvSpPr txBox="1">
            <a:spLocks/>
          </p:cNvSpPr>
          <p:nvPr/>
        </p:nvSpPr>
        <p:spPr>
          <a:xfrm>
            <a:off x="628650" y="1195075"/>
            <a:ext cx="7886700" cy="848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2800" dirty="0"/>
              <a:t>‘price’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E80B505-9DE1-D80D-9149-FE513882DE22}"/>
              </a:ext>
            </a:extLst>
          </p:cNvPr>
          <p:cNvSpPr txBox="1">
            <a:spLocks/>
          </p:cNvSpPr>
          <p:nvPr/>
        </p:nvSpPr>
        <p:spPr>
          <a:xfrm>
            <a:off x="628650" y="3640262"/>
            <a:ext cx="7886700" cy="771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2800" dirty="0"/>
              <a:t> ‘log_price’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CA1421-0ACA-F082-0FFF-5EA70E262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492171"/>
            <a:ext cx="7772400" cy="166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0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AF55CE-C69A-37F1-23EB-4EEBAC122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41394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Future Improvements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5677A9-1C6D-25A0-91BB-E136AB4D77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63041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61F83-E191-4982-A47E-C2CC1492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VN" sz="4400" dirty="0"/>
              <a:t>Thank you for reviewing my project!</a:t>
            </a:r>
          </a:p>
          <a:p>
            <a:pPr marL="0" indent="0" algn="ctr">
              <a:buNone/>
            </a:pPr>
            <a:endParaRPr lang="en-VN" sz="4400" dirty="0"/>
          </a:p>
          <a:p>
            <a:pPr marL="0" indent="0" algn="ctr">
              <a:buNone/>
            </a:pPr>
            <a:r>
              <a:rPr lang="en-VN" sz="2400" dirty="0"/>
              <a:t>Github repository URL</a:t>
            </a:r>
          </a:p>
          <a:p>
            <a:pPr marL="0" indent="0" algn="ctr">
              <a:buNone/>
            </a:pPr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/phi-nguyen-95/Smartphone-price-prediction</a:t>
            </a:r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31905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187</TotalTime>
  <Words>352</Words>
  <Application>Microsoft Macintosh PowerPoint</Application>
  <PresentationFormat>On-screen Show (4:3)</PresentationFormat>
  <Paragraphs>57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Smartphone Price Prediction Using Machine Learning</vt:lpstr>
      <vt:lpstr>Problem Statement</vt:lpstr>
      <vt:lpstr>Project Objectives</vt:lpstr>
      <vt:lpstr>Dataset Overview</vt:lpstr>
      <vt:lpstr>Data Description</vt:lpstr>
      <vt:lpstr>Data Cleaning &amp; Preprocessing</vt:lpstr>
      <vt:lpstr>Exploratory Data Analysis</vt:lpstr>
      <vt:lpstr>Correlation Insights</vt:lpstr>
      <vt:lpstr>Feature Engineering</vt:lpstr>
      <vt:lpstr>Modeling Approach</vt:lpstr>
      <vt:lpstr>Modeling Pipeline</vt:lpstr>
      <vt:lpstr>Model Performance Comparison</vt:lpstr>
      <vt:lpstr>Improve the performance (‘log_price’)</vt:lpstr>
      <vt:lpstr>Conclusion</vt:lpstr>
      <vt:lpstr>Future Improvements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Phi Nguyen</cp:lastModifiedBy>
  <cp:revision>17</cp:revision>
  <dcterms:created xsi:type="dcterms:W3CDTF">2013-01-27T09:14:16Z</dcterms:created>
  <dcterms:modified xsi:type="dcterms:W3CDTF">2025-11-06T03:46:33Z</dcterms:modified>
  <cp:category/>
</cp:coreProperties>
</file>